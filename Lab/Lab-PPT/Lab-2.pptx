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sldIdLst>
    <p:sldId id="260" r:id="rId4"/>
    <p:sldId id="296" r:id="rId5"/>
    <p:sldId id="286" r:id="rId6"/>
    <p:sldId id="308" r:id="rId7"/>
    <p:sldId id="309" r:id="rId8"/>
    <p:sldId id="287" r:id="rId9"/>
    <p:sldId id="306" r:id="rId10"/>
    <p:sldId id="259" r:id="rId11"/>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CC3300"/>
    <a:srgbClr val="663300"/>
    <a:srgbClr val="FF9900"/>
    <a:srgbClr val="04DA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62DDE9-4C4D-4E13-8034-9FD1259E96CE}" v="1" dt="2024-11-18T17:50:50.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tags" Target="tags/tag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thika P" userId="S::kruthika.p2021@vitstudent.ac.in::e0867ee2-4c51-4a31-9a6f-889635853cfc" providerId="AD" clId="Web-{E437568A-F245-4B5F-9830-B1EC88661B1D}"/>
    <pc:docChg chg="modSld">
      <pc:chgData name="Kruthika P" userId="S::kruthika.p2021@vitstudent.ac.in::e0867ee2-4c51-4a31-9a6f-889635853cfc" providerId="AD" clId="Web-{E437568A-F245-4B5F-9830-B1EC88661B1D}" dt="2024-10-11T14:10:03.398" v="6" actId="1076"/>
      <pc:docMkLst>
        <pc:docMk/>
      </pc:docMkLst>
      <pc:sldChg chg="modSp">
        <pc:chgData name="Kruthika P" userId="S::kruthika.p2021@vitstudent.ac.in::e0867ee2-4c51-4a31-9a6f-889635853cfc" providerId="AD" clId="Web-{E437568A-F245-4B5F-9830-B1EC88661B1D}" dt="2024-10-11T14:10:03.398" v="6" actId="1076"/>
        <pc:sldMkLst>
          <pc:docMk/>
          <pc:sldMk cId="696622711" sldId="296"/>
        </pc:sldMkLst>
        <pc:picChg chg="mod modCrop">
          <ac:chgData name="Kruthika P" userId="S::kruthika.p2021@vitstudent.ac.in::e0867ee2-4c51-4a31-9a6f-889635853cfc" providerId="AD" clId="Web-{E437568A-F245-4B5F-9830-B1EC88661B1D}" dt="2024-10-11T14:10:03.398" v="6" actId="1076"/>
          <ac:picMkLst>
            <pc:docMk/>
            <pc:sldMk cId="696622711" sldId="296"/>
            <ac:picMk id="3" creationId="{00000000-0000-0000-0000-000000000000}"/>
          </ac:picMkLst>
        </pc:picChg>
      </pc:sldChg>
    </pc:docChg>
  </pc:docChgLst>
  <pc:docChgLst>
    <pc:chgData name="Raviramanan V" userId="S::raviramanan.v2021@vitstudent.ac.in::b40ecaee-5a19-4192-b125-88bd53d45518" providerId="AD" clId="Web-{B9603DBF-1F72-49D5-AF91-4D9508FDFB41}"/>
    <pc:docChg chg="modSld sldOrd">
      <pc:chgData name="Raviramanan V" userId="S::raviramanan.v2021@vitstudent.ac.in::b40ecaee-5a19-4192-b125-88bd53d45518" providerId="AD" clId="Web-{B9603DBF-1F72-49D5-AF91-4D9508FDFB41}" dt="2024-07-24T09:49:37.274" v="3" actId="1076"/>
      <pc:docMkLst>
        <pc:docMk/>
      </pc:docMkLst>
      <pc:sldChg chg="ord">
        <pc:chgData name="Raviramanan V" userId="S::raviramanan.v2021@vitstudent.ac.in::b40ecaee-5a19-4192-b125-88bd53d45518" providerId="AD" clId="Web-{B9603DBF-1F72-49D5-AF91-4D9508FDFB41}" dt="2024-07-24T09:33:23.554" v="0"/>
        <pc:sldMkLst>
          <pc:docMk/>
          <pc:sldMk cId="1315452350" sldId="287"/>
        </pc:sldMkLst>
      </pc:sldChg>
      <pc:sldChg chg="modSp">
        <pc:chgData name="Raviramanan V" userId="S::raviramanan.v2021@vitstudent.ac.in::b40ecaee-5a19-4192-b125-88bd53d45518" providerId="AD" clId="Web-{B9603DBF-1F72-49D5-AF91-4D9508FDFB41}" dt="2024-07-24T09:49:37.274" v="3" actId="1076"/>
        <pc:sldMkLst>
          <pc:docMk/>
          <pc:sldMk cId="696622711" sldId="296"/>
        </pc:sldMkLst>
        <pc:picChg chg="mod">
          <ac:chgData name="Raviramanan V" userId="S::raviramanan.v2021@vitstudent.ac.in::b40ecaee-5a19-4192-b125-88bd53d45518" providerId="AD" clId="Web-{B9603DBF-1F72-49D5-AF91-4D9508FDFB41}" dt="2024-07-24T09:49:37.274" v="3" actId="1076"/>
          <ac:picMkLst>
            <pc:docMk/>
            <pc:sldMk cId="696622711" sldId="296"/>
            <ac:picMk id="3" creationId="{00000000-0000-0000-0000-000000000000}"/>
          </ac:picMkLst>
        </pc:picChg>
      </pc:sldChg>
    </pc:docChg>
  </pc:docChgLst>
  <pc:docChgLst>
    <pc:chgData name="Shreyas Kumar" userId="S::shreyas.kumar2021c@vitstudent.ac.in::8c4eb983-b857-4703-9cb6-2d9d6eaa0109" providerId="AD" clId="Web-{790B7527-42C9-AF4A-6A66-C37A2C22C9D8}"/>
    <pc:docChg chg="modSld">
      <pc:chgData name="Shreyas Kumar" userId="S::shreyas.kumar2021c@vitstudent.ac.in::8c4eb983-b857-4703-9cb6-2d9d6eaa0109" providerId="AD" clId="Web-{790B7527-42C9-AF4A-6A66-C37A2C22C9D8}" dt="2024-07-24T09:41:35.511" v="1" actId="1076"/>
      <pc:docMkLst>
        <pc:docMk/>
      </pc:docMkLst>
      <pc:sldChg chg="modSp">
        <pc:chgData name="Shreyas Kumar" userId="S::shreyas.kumar2021c@vitstudent.ac.in::8c4eb983-b857-4703-9cb6-2d9d6eaa0109" providerId="AD" clId="Web-{790B7527-42C9-AF4A-6A66-C37A2C22C9D8}" dt="2024-07-24T09:41:35.511" v="1" actId="1076"/>
        <pc:sldMkLst>
          <pc:docMk/>
          <pc:sldMk cId="696622711" sldId="296"/>
        </pc:sldMkLst>
        <pc:grpChg chg="mod">
          <ac:chgData name="Shreyas Kumar" userId="S::shreyas.kumar2021c@vitstudent.ac.in::8c4eb983-b857-4703-9cb6-2d9d6eaa0109" providerId="AD" clId="Web-{790B7527-42C9-AF4A-6A66-C37A2C22C9D8}" dt="2024-07-24T09:22:46.164" v="0" actId="1076"/>
          <ac:grpSpMkLst>
            <pc:docMk/>
            <pc:sldMk cId="696622711" sldId="296"/>
            <ac:grpSpMk id="15" creationId="{00000000-0000-0000-0000-000000000000}"/>
          </ac:grpSpMkLst>
        </pc:grpChg>
        <pc:picChg chg="mod">
          <ac:chgData name="Shreyas Kumar" userId="S::shreyas.kumar2021c@vitstudent.ac.in::8c4eb983-b857-4703-9cb6-2d9d6eaa0109" providerId="AD" clId="Web-{790B7527-42C9-AF4A-6A66-C37A2C22C9D8}" dt="2024-07-24T09:41:35.511" v="1" actId="1076"/>
          <ac:picMkLst>
            <pc:docMk/>
            <pc:sldMk cId="696622711" sldId="296"/>
            <ac:picMk id="3" creationId="{00000000-0000-0000-0000-000000000000}"/>
          </ac:picMkLst>
        </pc:picChg>
      </pc:sldChg>
    </pc:docChg>
  </pc:docChgLst>
  <pc:docChgLst>
    <pc:chgData clId="Web-{FF098519-CA52-4A34-8E54-0236BFD4A71A}"/>
    <pc:docChg chg="modSld">
      <pc:chgData name="" userId="" providerId="" clId="Web-{FF098519-CA52-4A34-8E54-0236BFD4A71A}" dt="2024-07-31T04:29:38.834" v="0" actId="1076"/>
      <pc:docMkLst>
        <pc:docMk/>
      </pc:docMkLst>
      <pc:sldChg chg="modSp">
        <pc:chgData name="" userId="" providerId="" clId="Web-{FF098519-CA52-4A34-8E54-0236BFD4A71A}" dt="2024-07-31T04:29:38.834" v="0" actId="1076"/>
        <pc:sldMkLst>
          <pc:docMk/>
          <pc:sldMk cId="2338714057" sldId="260"/>
        </pc:sldMkLst>
        <pc:spChg chg="mod">
          <ac:chgData name="" userId="" providerId="" clId="Web-{FF098519-CA52-4A34-8E54-0236BFD4A71A}" dt="2024-07-31T04:29:38.834" v="0" actId="1076"/>
          <ac:spMkLst>
            <pc:docMk/>
            <pc:sldMk cId="2338714057" sldId="260"/>
            <ac:spMk id="13" creationId="{00000000-0000-0000-0000-000000000000}"/>
          </ac:spMkLst>
        </pc:spChg>
      </pc:sldChg>
    </pc:docChg>
  </pc:docChgLst>
  <pc:docChgLst>
    <pc:chgData name="Pranesh G" userId="S::pranesh.g2021@vitstudent.ac.in::07b55897-05c3-4c1e-b5ee-542edd1ee88b" providerId="AD" clId="Web-{BE1BA2F5-707C-DE52-D428-1EFA0F370BBC}"/>
    <pc:docChg chg="modSld">
      <pc:chgData name="Pranesh G" userId="S::pranesh.g2021@vitstudent.ac.in::07b55897-05c3-4c1e-b5ee-542edd1ee88b" providerId="AD" clId="Web-{BE1BA2F5-707C-DE52-D428-1EFA0F370BBC}" dt="2024-07-24T10:06:04.053" v="0" actId="1076"/>
      <pc:docMkLst>
        <pc:docMk/>
      </pc:docMkLst>
      <pc:sldChg chg="modSp">
        <pc:chgData name="Pranesh G" userId="S::pranesh.g2021@vitstudent.ac.in::07b55897-05c3-4c1e-b5ee-542edd1ee88b" providerId="AD" clId="Web-{BE1BA2F5-707C-DE52-D428-1EFA0F370BBC}" dt="2024-07-24T10:06:04.053" v="0" actId="1076"/>
        <pc:sldMkLst>
          <pc:docMk/>
          <pc:sldMk cId="1641573496" sldId="306"/>
        </pc:sldMkLst>
        <pc:spChg chg="mod">
          <ac:chgData name="Pranesh G" userId="S::pranesh.g2021@vitstudent.ac.in::07b55897-05c3-4c1e-b5ee-542edd1ee88b" providerId="AD" clId="Web-{BE1BA2F5-707C-DE52-D428-1EFA0F370BBC}" dt="2024-07-24T10:06:04.053" v="0" actId="1076"/>
          <ac:spMkLst>
            <pc:docMk/>
            <pc:sldMk cId="1641573496" sldId="306"/>
            <ac:spMk id="9" creationId="{00000000-0000-0000-0000-000000000000}"/>
          </ac:spMkLst>
        </pc:spChg>
      </pc:sldChg>
    </pc:docChg>
  </pc:docChgLst>
  <pc:docChgLst>
    <pc:chgData name="Pranesh G" userId="S::pranesh.g2021@vitstudent.ac.in::07b55897-05c3-4c1e-b5ee-542edd1ee88b" providerId="AD" clId="Web-{1F7BF084-CE1E-693E-5918-908F12BE257A}"/>
    <pc:docChg chg="modSld">
      <pc:chgData name="Pranesh G" userId="S::pranesh.g2021@vitstudent.ac.in::07b55897-05c3-4c1e-b5ee-542edd1ee88b" providerId="AD" clId="Web-{1F7BF084-CE1E-693E-5918-908F12BE257A}" dt="2024-07-24T09:57:05.239" v="0" actId="1076"/>
      <pc:docMkLst>
        <pc:docMk/>
      </pc:docMkLst>
      <pc:sldChg chg="modSp">
        <pc:chgData name="Pranesh G" userId="S::pranesh.g2021@vitstudent.ac.in::07b55897-05c3-4c1e-b5ee-542edd1ee88b" providerId="AD" clId="Web-{1F7BF084-CE1E-693E-5918-908F12BE257A}" dt="2024-07-24T09:57:05.239" v="0" actId="1076"/>
        <pc:sldMkLst>
          <pc:docMk/>
          <pc:sldMk cId="1641573496" sldId="306"/>
        </pc:sldMkLst>
        <pc:spChg chg="mod">
          <ac:chgData name="Pranesh G" userId="S::pranesh.g2021@vitstudent.ac.in::07b55897-05c3-4c1e-b5ee-542edd1ee88b" providerId="AD" clId="Web-{1F7BF084-CE1E-693E-5918-908F12BE257A}" dt="2024-07-24T09:57:05.239" v="0" actId="1076"/>
          <ac:spMkLst>
            <pc:docMk/>
            <pc:sldMk cId="1641573496" sldId="306"/>
            <ac:spMk id="9" creationId="{00000000-0000-0000-0000-000000000000}"/>
          </ac:spMkLst>
        </pc:spChg>
      </pc:sldChg>
    </pc:docChg>
  </pc:docChgLst>
  <pc:docChgLst>
    <pc:chgData name="Akhil Hemanth" userId="S::akhil.hemanth2021@vitstudent.ac.in::d09ebd38-ef1c-48f6-8d53-7e25e3d64f3b" providerId="AD" clId="Web-{D3BA308A-F747-9F85-1DE2-297420805CF9}"/>
    <pc:docChg chg="modSld">
      <pc:chgData name="Akhil Hemanth" userId="S::akhil.hemanth2021@vitstudent.ac.in::d09ebd38-ef1c-48f6-8d53-7e25e3d64f3b" providerId="AD" clId="Web-{D3BA308A-F747-9F85-1DE2-297420805CF9}" dt="2024-07-31T06:53:09.426" v="1"/>
      <pc:docMkLst>
        <pc:docMk/>
      </pc:docMkLst>
      <pc:sldChg chg="addSp delSp">
        <pc:chgData name="Akhil Hemanth" userId="S::akhil.hemanth2021@vitstudent.ac.in::d09ebd38-ef1c-48f6-8d53-7e25e3d64f3b" providerId="AD" clId="Web-{D3BA308A-F747-9F85-1DE2-297420805CF9}" dt="2024-07-31T06:53:09.426" v="1"/>
        <pc:sldMkLst>
          <pc:docMk/>
          <pc:sldMk cId="1315452350" sldId="287"/>
        </pc:sldMkLst>
        <pc:picChg chg="add del">
          <ac:chgData name="Akhil Hemanth" userId="S::akhil.hemanth2021@vitstudent.ac.in::d09ebd38-ef1c-48f6-8d53-7e25e3d64f3b" providerId="AD" clId="Web-{D3BA308A-F747-9F85-1DE2-297420805CF9}" dt="2024-07-31T06:53:09.426" v="1"/>
          <ac:picMkLst>
            <pc:docMk/>
            <pc:sldMk cId="1315452350" sldId="287"/>
            <ac:picMk id="3" creationId="{36CE8D51-999E-CCB2-6738-03ABBE4B9FB5}"/>
          </ac:picMkLst>
        </pc:picChg>
      </pc:sldChg>
    </pc:docChg>
  </pc:docChgLst>
  <pc:docChgLst>
    <pc:chgData name="Akhil Hemanth" userId="S::akhil.hemanth2021@vitstudent.ac.in::d09ebd38-ef1c-48f6-8d53-7e25e3d64f3b" providerId="AD" clId="Web-{60110588-437B-4F64-9E0C-70A3A4DCBC4E}"/>
    <pc:docChg chg="modSld">
      <pc:chgData name="Akhil Hemanth" userId="S::akhil.hemanth2021@vitstudent.ac.in::d09ebd38-ef1c-48f6-8d53-7e25e3d64f3b" providerId="AD" clId="Web-{60110588-437B-4F64-9E0C-70A3A4DCBC4E}" dt="2024-07-24T09:48:56.204" v="0" actId="1076"/>
      <pc:docMkLst>
        <pc:docMk/>
      </pc:docMkLst>
      <pc:sldChg chg="modSp">
        <pc:chgData name="Akhil Hemanth" userId="S::akhil.hemanth2021@vitstudent.ac.in::d09ebd38-ef1c-48f6-8d53-7e25e3d64f3b" providerId="AD" clId="Web-{60110588-437B-4F64-9E0C-70A3A4DCBC4E}" dt="2024-07-24T09:48:56.204" v="0" actId="1076"/>
        <pc:sldMkLst>
          <pc:docMk/>
          <pc:sldMk cId="696622711" sldId="296"/>
        </pc:sldMkLst>
        <pc:picChg chg="mod">
          <ac:chgData name="Akhil Hemanth" userId="S::akhil.hemanth2021@vitstudent.ac.in::d09ebd38-ef1c-48f6-8d53-7e25e3d64f3b" providerId="AD" clId="Web-{60110588-437B-4F64-9E0C-70A3A4DCBC4E}" dt="2024-07-24T09:48:56.204" v="0" actId="1076"/>
          <ac:picMkLst>
            <pc:docMk/>
            <pc:sldMk cId="696622711" sldId="296"/>
            <ac:picMk id="3" creationId="{00000000-0000-0000-0000-000000000000}"/>
          </ac:picMkLst>
        </pc:picChg>
      </pc:sldChg>
    </pc:docChg>
  </pc:docChgLst>
  <pc:docChgLst>
    <pc:chgData name="Roddam Vaishnavi" userId="S::roddam.vaishnavi2021@vitstudent.ac.in::8a64051c-f03e-4043-8fec-e7994783c0d7" providerId="AD" clId="Web-{BC62DDE9-4C4D-4E13-8034-9FD1259E96CE}"/>
    <pc:docChg chg="modSld">
      <pc:chgData name="Roddam Vaishnavi" userId="S::roddam.vaishnavi2021@vitstudent.ac.in::8a64051c-f03e-4043-8fec-e7994783c0d7" providerId="AD" clId="Web-{BC62DDE9-4C4D-4E13-8034-9FD1259E96CE}" dt="2024-11-18T17:50:50.383" v="0" actId="1076"/>
      <pc:docMkLst>
        <pc:docMk/>
      </pc:docMkLst>
      <pc:sldChg chg="modSp">
        <pc:chgData name="Roddam Vaishnavi" userId="S::roddam.vaishnavi2021@vitstudent.ac.in::8a64051c-f03e-4043-8fec-e7994783c0d7" providerId="AD" clId="Web-{BC62DDE9-4C4D-4E13-8034-9FD1259E96CE}" dt="2024-11-18T17:50:50.383" v="0" actId="1076"/>
        <pc:sldMkLst>
          <pc:docMk/>
          <pc:sldMk cId="422515228" sldId="309"/>
        </pc:sldMkLst>
        <pc:picChg chg="mod">
          <ac:chgData name="Roddam Vaishnavi" userId="S::roddam.vaishnavi2021@vitstudent.ac.in::8a64051c-f03e-4043-8fec-e7994783c0d7" providerId="AD" clId="Web-{BC62DDE9-4C4D-4E13-8034-9FD1259E96CE}" dt="2024-11-18T17:50:50.383" v="0" actId="1076"/>
          <ac:picMkLst>
            <pc:docMk/>
            <pc:sldMk cId="422515228" sldId="309"/>
            <ac:picMk id="9" creationId="{00000000-0000-0000-0000-000000000000}"/>
          </ac:picMkLst>
        </pc:picChg>
      </pc:sldChg>
    </pc:docChg>
  </pc:docChgLst>
  <pc:docChgLst>
    <pc:chgData name="Heshwar" userId="S::heshwar.2021@vitstudent.ac.in::668b571b-2051-47c4-8396-181c54bb79fe" providerId="AD" clId="Web-{A30FB85E-D170-36C4-F750-DD42CE849F16}"/>
    <pc:docChg chg="modSld">
      <pc:chgData name="Heshwar" userId="S::heshwar.2021@vitstudent.ac.in::668b571b-2051-47c4-8396-181c54bb79fe" providerId="AD" clId="Web-{A30FB85E-D170-36C4-F750-DD42CE849F16}" dt="2024-07-24T09:19:36.042" v="2" actId="1076"/>
      <pc:docMkLst>
        <pc:docMk/>
      </pc:docMkLst>
      <pc:sldChg chg="modSp">
        <pc:chgData name="Heshwar" userId="S::heshwar.2021@vitstudent.ac.in::668b571b-2051-47c4-8396-181c54bb79fe" providerId="AD" clId="Web-{A30FB85E-D170-36C4-F750-DD42CE849F16}" dt="2024-07-24T09:19:36.042" v="2" actId="1076"/>
        <pc:sldMkLst>
          <pc:docMk/>
          <pc:sldMk cId="1315452350" sldId="287"/>
        </pc:sldMkLst>
        <pc:spChg chg="mod">
          <ac:chgData name="Heshwar" userId="S::heshwar.2021@vitstudent.ac.in::668b571b-2051-47c4-8396-181c54bb79fe" providerId="AD" clId="Web-{A30FB85E-D170-36C4-F750-DD42CE849F16}" dt="2024-07-24T09:19:36.042" v="2" actId="1076"/>
          <ac:spMkLst>
            <pc:docMk/>
            <pc:sldMk cId="1315452350" sldId="287"/>
            <ac:spMk id="8" creationId="{00000000-0000-0000-0000-000000000000}"/>
          </ac:spMkLst>
        </pc:spChg>
        <pc:picChg chg="mod">
          <ac:chgData name="Heshwar" userId="S::heshwar.2021@vitstudent.ac.in::668b571b-2051-47c4-8396-181c54bb79fe" providerId="AD" clId="Web-{A30FB85E-D170-36C4-F750-DD42CE849F16}" dt="2024-07-24T09:19:32.729" v="1" actId="1076"/>
          <ac:picMkLst>
            <pc:docMk/>
            <pc:sldMk cId="1315452350" sldId="287"/>
            <ac:picMk id="2" creationId="{00000000-0000-0000-0000-000000000000}"/>
          </ac:picMkLst>
        </pc:picChg>
      </pc:sldChg>
    </pc:docChg>
  </pc:docChgLst>
  <pc:docChgLst>
    <pc:chgData name="Aravindh R" userId="S::aravindh.r2021@vitstudent.ac.in::bf8c5142-e2cf-4e52-a9e4-274a366b831a" providerId="AD" clId="Web-{5E5393FF-1798-402A-8A70-C7CF034FC3B3}"/>
    <pc:docChg chg="modSld">
      <pc:chgData name="Aravindh R" userId="S::aravindh.r2021@vitstudent.ac.in::bf8c5142-e2cf-4e52-a9e4-274a366b831a" providerId="AD" clId="Web-{5E5393FF-1798-402A-8A70-C7CF034FC3B3}" dt="2024-08-14T09:37:38.639" v="0" actId="1076"/>
      <pc:docMkLst>
        <pc:docMk/>
      </pc:docMkLst>
      <pc:sldChg chg="modSp">
        <pc:chgData name="Aravindh R" userId="S::aravindh.r2021@vitstudent.ac.in::bf8c5142-e2cf-4e52-a9e4-274a366b831a" providerId="AD" clId="Web-{5E5393FF-1798-402A-8A70-C7CF034FC3B3}" dt="2024-08-14T09:37:38.639" v="0" actId="1076"/>
        <pc:sldMkLst>
          <pc:docMk/>
          <pc:sldMk cId="696622711" sldId="296"/>
        </pc:sldMkLst>
        <pc:picChg chg="mod">
          <ac:chgData name="Aravindh R" userId="S::aravindh.r2021@vitstudent.ac.in::bf8c5142-e2cf-4e52-a9e4-274a366b831a" providerId="AD" clId="Web-{5E5393FF-1798-402A-8A70-C7CF034FC3B3}" dt="2024-08-14T09:37:38.639" v="0" actId="1076"/>
          <ac:picMkLst>
            <pc:docMk/>
            <pc:sldMk cId="696622711" sldId="296"/>
            <ac:picMk id="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11/18/2024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2859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3" name="Flowchart: Alternate Process 12"/>
          <p:cNvSpPr/>
          <p:nvPr/>
        </p:nvSpPr>
        <p:spPr>
          <a:xfrm>
            <a:off x="692731" y="2463402"/>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LAB-2</a:t>
            </a:r>
          </a:p>
          <a:p>
            <a:pPr algn="ctr"/>
            <a:r>
              <a:rPr lang="en-US"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LEDs &amp; SWITCHES</a:t>
            </a:r>
          </a:p>
        </p:txBody>
      </p:sp>
      <p:sp>
        <p:nvSpPr>
          <p:cNvPr id="8" name="TextBox 7"/>
          <p:cNvSpPr txBox="1"/>
          <p:nvPr/>
        </p:nvSpPr>
        <p:spPr>
          <a:xfrm>
            <a:off x="692731" y="1525720"/>
            <a:ext cx="11009118" cy="707886"/>
          </a:xfrm>
          <a:prstGeom prst="rect">
            <a:avLst/>
          </a:prstGeom>
          <a:noFill/>
        </p:spPr>
        <p:txBody>
          <a:bodyPr wrap="square" rtlCol="0">
            <a:spAutoFit/>
          </a:bodyPr>
          <a:lstStyle/>
          <a:p>
            <a:pPr algn="ctr"/>
            <a:r>
              <a:rPr lang="en-US" sz="40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Tree>
    <p:extLst>
      <p:ext uri="{BB962C8B-B14F-4D97-AF65-F5344CB8AC3E}">
        <p14:creationId xmlns:p14="http://schemas.microsoft.com/office/powerpoint/2010/main" val="233871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extBox 7"/>
          <p:cNvSpPr txBox="1"/>
          <p:nvPr/>
        </p:nvSpPr>
        <p:spPr>
          <a:xfrm>
            <a:off x="293684" y="191524"/>
            <a:ext cx="11592251" cy="523220"/>
          </a:xfrm>
          <a:prstGeom prst="rect">
            <a:avLst/>
          </a:prstGeom>
          <a:noFill/>
        </p:spPr>
        <p:txBody>
          <a:bodyPr wrap="square" rtlCol="0">
            <a:spAutoFit/>
          </a:bodyPr>
          <a:lstStyle/>
          <a:p>
            <a:pPr algn="ctr">
              <a:buClr>
                <a:schemeClr val="accent5">
                  <a:lumMod val="75000"/>
                </a:schemeClr>
              </a:buClr>
            </a:pPr>
            <a:r>
              <a:rPr lang="en-US" sz="2800">
                <a:solidFill>
                  <a:srgbClr val="0070C0"/>
                </a:solidFill>
                <a:latin typeface="Tw Cen MT" panose="020B0602020104020603" pitchFamily="34" charset="0"/>
                <a:cs typeface="Microsoft Tai Le" panose="020B0502040204020203" pitchFamily="34" charset="0"/>
              </a:rPr>
              <a:t>STM32 Nucleo-64 - Pin Details (</a:t>
            </a:r>
            <a:r>
              <a:rPr lang="en-US" sz="2800" err="1">
                <a:solidFill>
                  <a:srgbClr val="0070C0"/>
                </a:solidFill>
                <a:latin typeface="Tw Cen MT" panose="020B0602020104020603" pitchFamily="34" charset="0"/>
                <a:cs typeface="Microsoft Tai Le" panose="020B0502040204020203" pitchFamily="34" charset="0"/>
              </a:rPr>
              <a:t>Morpho</a:t>
            </a:r>
            <a:r>
              <a:rPr lang="en-US" sz="2800">
                <a:solidFill>
                  <a:srgbClr val="0070C0"/>
                </a:solidFill>
                <a:latin typeface="Tw Cen MT" panose="020B0602020104020603" pitchFamily="34" charset="0"/>
                <a:cs typeface="Microsoft Tai Le" panose="020B0502040204020203" pitchFamily="34" charset="0"/>
              </a:rPr>
              <a:t> Headers)</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4</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sp>
        <p:nvSpPr>
          <p:cNvPr id="2" name="Rectangle 1"/>
          <p:cNvSpPr/>
          <p:nvPr/>
        </p:nvSpPr>
        <p:spPr>
          <a:xfrm>
            <a:off x="875433" y="6213812"/>
            <a:ext cx="10189008" cy="307777"/>
          </a:xfrm>
          <a:prstGeom prst="rect">
            <a:avLst/>
          </a:prstGeom>
        </p:spPr>
        <p:txBody>
          <a:bodyPr wrap="none">
            <a:spAutoFit/>
          </a:bodyPr>
          <a:lstStyle/>
          <a:p>
            <a:r>
              <a:rPr lang="en-IN" sz="1400" b="1">
                <a:solidFill>
                  <a:srgbClr val="3333FF"/>
                </a:solidFill>
                <a:latin typeface="Century Gothic" panose="020B0502020202020204" pitchFamily="34" charset="0"/>
              </a:rPr>
              <a:t>Image credit: arm MBED, Ref. URL : </a:t>
            </a:r>
            <a:r>
              <a:rPr lang="en-IN" sz="1400" b="1" u="sng">
                <a:solidFill>
                  <a:srgbClr val="3333FF"/>
                </a:solidFill>
                <a:latin typeface="Century Gothic" panose="020B0502020202020204" pitchFamily="34" charset="0"/>
              </a:rPr>
              <a:t>https://os.mbed.com/forum/electronics/topic/15346/?page=1#comment-52189</a:t>
            </a:r>
          </a:p>
        </p:txBody>
      </p:sp>
      <p:pic>
        <p:nvPicPr>
          <p:cNvPr id="3" name="Picture 2"/>
          <p:cNvPicPr>
            <a:picLocks noChangeAspect="1"/>
          </p:cNvPicPr>
          <p:nvPr/>
        </p:nvPicPr>
        <p:blipFill>
          <a:blip r:embed="rId2"/>
          <a:srcRect l="-14024" t="-14649" r="-36729" b="-10431"/>
          <a:stretch/>
        </p:blipFill>
        <p:spPr>
          <a:xfrm>
            <a:off x="6072" y="102545"/>
            <a:ext cx="11479575" cy="6643761"/>
          </a:xfrm>
          <a:prstGeom prst="rect">
            <a:avLst/>
          </a:prstGeom>
          <a:ln>
            <a:solidFill>
              <a:schemeClr val="bg1"/>
            </a:solidFill>
          </a:ln>
        </p:spPr>
      </p:pic>
      <p:grpSp>
        <p:nvGrpSpPr>
          <p:cNvPr id="15" name="Group 14"/>
          <p:cNvGrpSpPr/>
          <p:nvPr/>
        </p:nvGrpSpPr>
        <p:grpSpPr>
          <a:xfrm>
            <a:off x="8581484" y="1848724"/>
            <a:ext cx="2906541" cy="3445237"/>
            <a:chOff x="8653371" y="2121894"/>
            <a:chExt cx="2906541" cy="3445237"/>
          </a:xfrm>
        </p:grpSpPr>
        <p:pic>
          <p:nvPicPr>
            <p:cNvPr id="4" name="Picture 3"/>
            <p:cNvPicPr>
              <a:picLocks noChangeAspect="1"/>
            </p:cNvPicPr>
            <p:nvPr/>
          </p:nvPicPr>
          <p:blipFill>
            <a:blip r:embed="rId3"/>
            <a:stretch>
              <a:fillRect/>
            </a:stretch>
          </p:blipFill>
          <p:spPr>
            <a:xfrm>
              <a:off x="8664061" y="2511005"/>
              <a:ext cx="2530059" cy="358171"/>
            </a:xfrm>
            <a:prstGeom prst="rect">
              <a:avLst/>
            </a:prstGeom>
          </p:spPr>
        </p:pic>
        <p:pic>
          <p:nvPicPr>
            <p:cNvPr id="5" name="Picture 4"/>
            <p:cNvPicPr>
              <a:picLocks noChangeAspect="1"/>
            </p:cNvPicPr>
            <p:nvPr/>
          </p:nvPicPr>
          <p:blipFill>
            <a:blip r:embed="rId4"/>
            <a:stretch>
              <a:fillRect/>
            </a:stretch>
          </p:blipFill>
          <p:spPr>
            <a:xfrm>
              <a:off x="8664061" y="3890586"/>
              <a:ext cx="2895851" cy="1676545"/>
            </a:xfrm>
            <a:prstGeom prst="rect">
              <a:avLst/>
            </a:prstGeom>
          </p:spPr>
        </p:pic>
        <p:pic>
          <p:nvPicPr>
            <p:cNvPr id="6" name="Picture 5"/>
            <p:cNvPicPr>
              <a:picLocks noChangeAspect="1"/>
            </p:cNvPicPr>
            <p:nvPr/>
          </p:nvPicPr>
          <p:blipFill>
            <a:blip r:embed="rId5"/>
            <a:stretch>
              <a:fillRect/>
            </a:stretch>
          </p:blipFill>
          <p:spPr>
            <a:xfrm>
              <a:off x="8664061" y="2964265"/>
              <a:ext cx="2059357" cy="337986"/>
            </a:xfrm>
            <a:prstGeom prst="rect">
              <a:avLst/>
            </a:prstGeom>
          </p:spPr>
        </p:pic>
        <p:pic>
          <p:nvPicPr>
            <p:cNvPr id="9" name="Picture 8"/>
            <p:cNvPicPr>
              <a:picLocks noChangeAspect="1"/>
            </p:cNvPicPr>
            <p:nvPr/>
          </p:nvPicPr>
          <p:blipFill>
            <a:blip r:embed="rId6"/>
            <a:stretch>
              <a:fillRect/>
            </a:stretch>
          </p:blipFill>
          <p:spPr>
            <a:xfrm>
              <a:off x="8653371" y="3397340"/>
              <a:ext cx="1905165" cy="381033"/>
            </a:xfrm>
            <a:prstGeom prst="rect">
              <a:avLst/>
            </a:prstGeom>
          </p:spPr>
        </p:pic>
        <p:pic>
          <p:nvPicPr>
            <p:cNvPr id="14" name="Picture 13"/>
            <p:cNvPicPr>
              <a:picLocks noChangeAspect="1"/>
            </p:cNvPicPr>
            <p:nvPr/>
          </p:nvPicPr>
          <p:blipFill>
            <a:blip r:embed="rId7"/>
            <a:stretch>
              <a:fillRect/>
            </a:stretch>
          </p:blipFill>
          <p:spPr>
            <a:xfrm>
              <a:off x="8664061" y="2121894"/>
              <a:ext cx="2370025" cy="342930"/>
            </a:xfrm>
            <a:prstGeom prst="rect">
              <a:avLst/>
            </a:prstGeom>
          </p:spPr>
        </p:pic>
      </p:grpSp>
      <p:sp>
        <p:nvSpPr>
          <p:cNvPr id="16" name="Rectangle 15"/>
          <p:cNvSpPr/>
          <p:nvPr/>
        </p:nvSpPr>
        <p:spPr>
          <a:xfrm>
            <a:off x="9070655" y="1563131"/>
            <a:ext cx="1556836" cy="369332"/>
          </a:xfrm>
          <a:prstGeom prst="rect">
            <a:avLst/>
          </a:prstGeom>
        </p:spPr>
        <p:txBody>
          <a:bodyPr wrap="none">
            <a:spAutoFit/>
          </a:bodyPr>
          <a:lstStyle/>
          <a:p>
            <a:r>
              <a:rPr lang="en-IN" b="1">
                <a:solidFill>
                  <a:srgbClr val="00B0F0"/>
                </a:solidFill>
                <a:latin typeface="Lato"/>
              </a:rPr>
              <a:t>Pins Legend</a:t>
            </a:r>
            <a:endParaRPr lang="en-IN" b="1" i="0">
              <a:solidFill>
                <a:srgbClr val="00B0F0"/>
              </a:solidFill>
              <a:effectLst/>
              <a:latin typeface="Lato"/>
            </a:endParaRPr>
          </a:p>
        </p:txBody>
      </p:sp>
    </p:spTree>
    <p:extLst>
      <p:ext uri="{BB962C8B-B14F-4D97-AF65-F5344CB8AC3E}">
        <p14:creationId xmlns:p14="http://schemas.microsoft.com/office/powerpoint/2010/main" val="69662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7" y="911418"/>
            <a:ext cx="11592251" cy="1938992"/>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Display Hexadecimal counting sequence in LEDs </a:t>
            </a:r>
          </a:p>
          <a:p>
            <a:pPr algn="just">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C++ program with </a:t>
            </a:r>
            <a:r>
              <a:rPr lang="en-IN" sz="2600" err="1">
                <a:solidFill>
                  <a:schemeClr val="bg1"/>
                </a:solidFill>
                <a:latin typeface="Tw Cen MT" panose="020B0602020104020603" pitchFamily="34" charset="0"/>
                <a:cs typeface="Segoe UI" panose="020B0502040204020203" pitchFamily="34" charset="0"/>
              </a:rPr>
              <a:t>mbed</a:t>
            </a:r>
            <a:r>
              <a:rPr lang="en-IN" sz="2600">
                <a:solidFill>
                  <a:schemeClr val="bg1"/>
                </a:solidFill>
                <a:latin typeface="Tw Cen MT" panose="020B0602020104020603" pitchFamily="34" charset="0"/>
                <a:cs typeface="Segoe UI" panose="020B0502040204020203" pitchFamily="34" charset="0"/>
              </a:rPr>
              <a:t> APIs to display Hexadecimal Counting Pattern from 0 to 15 by blinking LEDs. 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endParaRPr lang="en-IN" sz="28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sp>
        <p:nvSpPr>
          <p:cNvPr id="9" name="TextBox 8"/>
          <p:cNvSpPr txBox="1"/>
          <p:nvPr/>
        </p:nvSpPr>
        <p:spPr>
          <a:xfrm>
            <a:off x="293686" y="3287542"/>
            <a:ext cx="11592251" cy="2862322"/>
          </a:xfrm>
          <a:prstGeom prst="rect">
            <a:avLst/>
          </a:prstGeom>
          <a:noFill/>
        </p:spPr>
        <p:txBody>
          <a:bodyPr wrap="square" rtlCol="0">
            <a:spAutoFit/>
          </a:bodyPr>
          <a:lstStyle/>
          <a:p>
            <a:pPr algn="just">
              <a:buClr>
                <a:schemeClr val="accent5">
                  <a:lumMod val="75000"/>
                </a:schemeClr>
              </a:buClr>
            </a:pPr>
            <a:r>
              <a:rPr lang="en-IN" sz="2400" b="1" u="sng">
                <a:solidFill>
                  <a:srgbClr val="C00000"/>
                </a:solidFill>
                <a:latin typeface="Tw Cen MT" panose="020B0602020104020603" pitchFamily="34" charset="0"/>
                <a:cs typeface="Segoe UI" panose="020B0502040204020203" pitchFamily="34" charset="0"/>
              </a:rPr>
              <a:t>API required:</a:t>
            </a:r>
          </a:p>
          <a:p>
            <a:pPr marL="457200" indent="-457200" algn="just">
              <a:buClr>
                <a:schemeClr val="accent5">
                  <a:lumMod val="75000"/>
                </a:schemeClr>
              </a:buClr>
              <a:buFont typeface="Wingdings" panose="05000000000000000000" pitchFamily="2" charset="2"/>
              <a:buChar char="Ø"/>
            </a:pPr>
            <a:endParaRPr lang="en-IN" sz="12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BusOut</a:t>
            </a:r>
            <a:r>
              <a:rPr lang="en-IN" sz="2400">
                <a:solidFill>
                  <a:srgbClr val="C00000"/>
                </a:solidFill>
                <a:latin typeface="Tw Cen MT" panose="020B0602020104020603" pitchFamily="34" charset="0"/>
                <a:cs typeface="Segoe UI" panose="020B0502040204020203" pitchFamily="34" charset="0"/>
              </a:rPr>
              <a:t> Identifier(</a:t>
            </a:r>
            <a:r>
              <a:rPr lang="en-IN" sz="2400" err="1">
                <a:solidFill>
                  <a:srgbClr val="C00000"/>
                </a:solidFill>
                <a:latin typeface="Tw Cen MT" panose="020B0602020104020603" pitchFamily="34" charset="0"/>
                <a:cs typeface="Segoe UI" panose="020B0502040204020203" pitchFamily="34" charset="0"/>
              </a:rPr>
              <a:t>PinNames</a:t>
            </a:r>
            <a:r>
              <a:rPr lang="en-IN" sz="2400">
                <a:solidFill>
                  <a:srgbClr val="C00000"/>
                </a:solidFill>
                <a:latin typeface="Tw Cen MT" panose="020B0602020104020603" pitchFamily="34" charset="0"/>
                <a:cs typeface="Segoe UI" panose="020B0502040204020203" pitchFamily="34" charset="0"/>
              </a:rPr>
              <a:t>) </a:t>
            </a:r>
            <a:r>
              <a:rPr lang="en-IN" sz="2400">
                <a:solidFill>
                  <a:schemeClr val="bg1"/>
                </a:solidFill>
                <a:latin typeface="Tw Cen MT" panose="020B0602020104020603" pitchFamily="34" charset="0"/>
                <a:cs typeface="Segoe UI" panose="020B0502040204020203" pitchFamily="34" charset="0"/>
              </a:rPr>
              <a:t>-  Used to combine a number of DigitalOut pins to write them at once. You can have up to 16 pins in a Bus.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Identifier</a:t>
            </a:r>
            <a:r>
              <a:rPr lang="en-IN" sz="2400">
                <a:solidFill>
                  <a:schemeClr val="bg1"/>
                </a:solidFill>
                <a:latin typeface="Tw Cen MT" panose="020B0602020104020603" pitchFamily="34" charset="0"/>
                <a:cs typeface="Segoe UI" panose="020B0502040204020203" pitchFamily="34" charset="0"/>
              </a:rPr>
              <a:t>: User defined name to access this digital pin</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err="1">
                <a:solidFill>
                  <a:srgbClr val="C00000"/>
                </a:solidFill>
                <a:latin typeface="Tw Cen MT" panose="020B0602020104020603" pitchFamily="34" charset="0"/>
                <a:cs typeface="Segoe UI" panose="020B0502040204020203" pitchFamily="34" charset="0"/>
              </a:rPr>
              <a:t>PinNames</a:t>
            </a:r>
            <a:r>
              <a:rPr lang="en-IN" sz="2400">
                <a:solidFill>
                  <a:schemeClr val="bg1"/>
                </a:solidFill>
                <a:latin typeface="Tw Cen MT" panose="020B0602020104020603" pitchFamily="34" charset="0"/>
                <a:cs typeface="Segoe UI" panose="020B0502040204020203" pitchFamily="34" charset="0"/>
              </a:rPr>
              <a:t>: Name of the pins as specified in the Nucleo board pin details</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Examples: 	</a:t>
            </a:r>
            <a:r>
              <a:rPr lang="en-IN" sz="2400" err="1">
                <a:solidFill>
                  <a:srgbClr val="C00000"/>
                </a:solidFill>
                <a:latin typeface="Tw Cen MT" panose="020B0602020104020603" pitchFamily="34" charset="0"/>
                <a:cs typeface="Segoe UI" panose="020B0502040204020203" pitchFamily="34" charset="0"/>
              </a:rPr>
              <a:t>BusOut</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myleds</a:t>
            </a:r>
            <a:r>
              <a:rPr lang="en-IN" sz="2400">
                <a:solidFill>
                  <a:srgbClr val="C00000"/>
                </a:solidFill>
                <a:latin typeface="Tw Cen MT" panose="020B0602020104020603" pitchFamily="34" charset="0"/>
                <a:cs typeface="Segoe UI" panose="020B0502040204020203" pitchFamily="34" charset="0"/>
              </a:rPr>
              <a:t>(</a:t>
            </a:r>
            <a:r>
              <a:rPr lang="en-IN" sz="2400" err="1">
                <a:solidFill>
                  <a:srgbClr val="C00000"/>
                </a:solidFill>
                <a:latin typeface="Tw Cen MT" panose="020B0602020104020603" pitchFamily="34" charset="0"/>
                <a:cs typeface="Segoe UI" panose="020B0502040204020203" pitchFamily="34" charset="0"/>
              </a:rPr>
              <a:t>a,b,c,d,e,f,g,h</a:t>
            </a:r>
            <a:r>
              <a:rPr lang="en-IN" sz="2400">
                <a:solidFill>
                  <a:srgbClr val="C00000"/>
                </a:solidFill>
                <a:latin typeface="Tw Cen MT" panose="020B0602020104020603" pitchFamily="34" charset="0"/>
                <a:cs typeface="Segoe UI" panose="020B0502040204020203" pitchFamily="34" charset="0"/>
              </a:rPr>
              <a:t>);   </a:t>
            </a:r>
            <a:r>
              <a:rPr lang="en-IN" sz="2400">
                <a:solidFill>
                  <a:schemeClr val="bg1"/>
                </a:solidFill>
                <a:latin typeface="Tw Cen MT" panose="020B0602020104020603" pitchFamily="34" charset="0"/>
                <a:cs typeface="Segoe UI" panose="020B0502040204020203" pitchFamily="34" charset="0"/>
              </a:rPr>
              <a:t>//a-LSB and h-MSB</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BusOut</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hexa</a:t>
            </a:r>
            <a:r>
              <a:rPr lang="en-IN" sz="2400">
                <a:solidFill>
                  <a:srgbClr val="C00000"/>
                </a:solidFill>
                <a:latin typeface="Tw Cen MT" panose="020B0602020104020603" pitchFamily="34" charset="0"/>
                <a:cs typeface="Segoe UI" panose="020B0502040204020203" pitchFamily="34" charset="0"/>
              </a:rPr>
              <a:t>(PA_3,PB_13,PAB_14,PB_15); </a:t>
            </a:r>
            <a:r>
              <a:rPr lang="en-IN" sz="2400">
                <a:solidFill>
                  <a:schemeClr val="bg1"/>
                </a:solidFill>
                <a:latin typeface="Tw Cen MT" panose="020B0602020104020603" pitchFamily="34" charset="0"/>
                <a:cs typeface="Segoe UI" panose="020B0502040204020203" pitchFamily="34" charset="0"/>
              </a:rPr>
              <a:t>//PA_3-LSB, PB_15-MSB </a:t>
            </a:r>
          </a:p>
        </p:txBody>
      </p:sp>
    </p:spTree>
    <p:extLst>
      <p:ext uri="{BB962C8B-B14F-4D97-AF65-F5344CB8AC3E}">
        <p14:creationId xmlns:p14="http://schemas.microsoft.com/office/powerpoint/2010/main" val="244907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7" y="911418"/>
            <a:ext cx="11592251" cy="3754874"/>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Controlling LED Blinking Sequence using Switch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C++ program with </a:t>
            </a:r>
            <a:r>
              <a:rPr lang="en-IN" sz="2400" err="1">
                <a:solidFill>
                  <a:schemeClr val="bg1"/>
                </a:solidFill>
                <a:latin typeface="Tw Cen MT" panose="020B0602020104020603" pitchFamily="34" charset="0"/>
                <a:cs typeface="Segoe UI" panose="020B0502040204020203" pitchFamily="34" charset="0"/>
              </a:rPr>
              <a:t>mbed</a:t>
            </a:r>
            <a:r>
              <a:rPr lang="en-IN" sz="2400">
                <a:solidFill>
                  <a:schemeClr val="bg1"/>
                </a:solidFill>
                <a:latin typeface="Tw Cen MT" panose="020B0602020104020603" pitchFamily="34" charset="0"/>
                <a:cs typeface="Segoe UI" panose="020B0502040204020203" pitchFamily="34" charset="0"/>
              </a:rPr>
              <a:t> APIs to blink one LED at a time serially in a group of 4 LEDs using switch. </a:t>
            </a:r>
          </a:p>
          <a:p>
            <a:pPr marL="914400" lvl="1"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switch is LOW, blink the LEDs one at a time from left to right (1000, 0100, 0010, 0001 pattern) with 0.5 Sec delay between each.</a:t>
            </a:r>
          </a:p>
          <a:p>
            <a:pPr marL="914400" lvl="1"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switch is HIGH, blink the LEDs one at a time from right to  left (0001, 0010, 0100, 1000 pattern) with 0.5 Sec delay between each. </a:t>
            </a:r>
          </a:p>
          <a:p>
            <a:pPr algn="just">
              <a:buClr>
                <a:schemeClr val="accent5">
                  <a:lumMod val="75000"/>
                </a:schemeClr>
              </a:buClr>
            </a:pPr>
            <a:endParaRPr lang="en-IN" sz="800">
              <a:solidFill>
                <a:schemeClr val="bg1"/>
              </a:solidFill>
              <a:latin typeface="Tw Cen MT" panose="020B0602020104020603" pitchFamily="34" charset="0"/>
              <a:cs typeface="Segoe UI" panose="020B0502040204020203" pitchFamily="34" charset="0"/>
            </a:endParaRP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Implement and verify this logic on the STM32 Nucleo-64  board using </a:t>
            </a:r>
            <a:r>
              <a:rPr lang="en-IN" sz="2400" err="1">
                <a:solidFill>
                  <a:schemeClr val="bg1"/>
                </a:solidFill>
                <a:latin typeface="Tw Cen MT" panose="020B0602020104020603" pitchFamily="34" charset="0"/>
                <a:cs typeface="Segoe UI" panose="020B0502040204020203" pitchFamily="34" charset="0"/>
              </a:rPr>
              <a:t>Keil</a:t>
            </a:r>
            <a:r>
              <a:rPr lang="en-IN" sz="2400">
                <a:solidFill>
                  <a:schemeClr val="bg1"/>
                </a:solidFill>
                <a:latin typeface="Tw Cen MT" panose="020B0602020104020603" pitchFamily="34" charset="0"/>
                <a:cs typeface="Segoe UI" panose="020B0502040204020203" pitchFamily="34" charset="0"/>
              </a:rPr>
              <a:t> Studio Cloud IDE.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sp>
        <p:nvSpPr>
          <p:cNvPr id="9" name="TextBox 8"/>
          <p:cNvSpPr txBox="1"/>
          <p:nvPr/>
        </p:nvSpPr>
        <p:spPr>
          <a:xfrm>
            <a:off x="381870" y="4586265"/>
            <a:ext cx="11592251" cy="1938992"/>
          </a:xfrm>
          <a:prstGeom prst="rect">
            <a:avLst/>
          </a:prstGeom>
          <a:noFill/>
        </p:spPr>
        <p:txBody>
          <a:bodyPr wrap="square" rtlCol="0">
            <a:spAutoFit/>
          </a:bodyPr>
          <a:lstStyle/>
          <a:p>
            <a:pPr algn="just">
              <a:buClr>
                <a:schemeClr val="accent5">
                  <a:lumMod val="75000"/>
                </a:schemeClr>
              </a:buClr>
            </a:pPr>
            <a:r>
              <a:rPr lang="en-IN" sz="2400" b="1" u="sng">
                <a:solidFill>
                  <a:srgbClr val="C00000"/>
                </a:solidFill>
                <a:latin typeface="Tw Cen MT" panose="020B0602020104020603" pitchFamily="34" charset="0"/>
                <a:cs typeface="Segoe UI" panose="020B0502040204020203" pitchFamily="34" charset="0"/>
              </a:rPr>
              <a:t>API required:</a:t>
            </a:r>
          </a:p>
          <a:p>
            <a:pPr marL="457200" indent="-4572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DigitalIn</a:t>
            </a:r>
            <a:r>
              <a:rPr lang="en-IN" sz="2400">
                <a:solidFill>
                  <a:srgbClr val="C00000"/>
                </a:solidFill>
                <a:latin typeface="Tw Cen MT" panose="020B0602020104020603" pitchFamily="34" charset="0"/>
                <a:cs typeface="Segoe UI" panose="020B0502040204020203" pitchFamily="34" charset="0"/>
              </a:rPr>
              <a:t> Identifier(</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a:t>
            </a:r>
            <a:r>
              <a:rPr lang="en-IN" sz="2400">
                <a:solidFill>
                  <a:schemeClr val="bg1"/>
                </a:solidFill>
                <a:latin typeface="Tw Cen MT" panose="020B0602020104020603" pitchFamily="34" charset="0"/>
                <a:cs typeface="Segoe UI" panose="020B0502040204020203" pitchFamily="34" charset="0"/>
              </a:rPr>
              <a:t>-  To read the value of a digital input pin (logic level 0 or 1).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Identifier</a:t>
            </a:r>
            <a:r>
              <a:rPr lang="en-IN" sz="2400">
                <a:solidFill>
                  <a:schemeClr val="bg1"/>
                </a:solidFill>
                <a:latin typeface="Tw Cen MT" panose="020B0602020104020603" pitchFamily="34" charset="0"/>
                <a:cs typeface="Segoe UI" panose="020B0502040204020203" pitchFamily="34" charset="0"/>
              </a:rPr>
              <a:t>: User defined name to access this digital pin</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err="1">
                <a:solidFill>
                  <a:srgbClr val="C00000"/>
                </a:solidFill>
                <a:latin typeface="Tw Cen MT" panose="020B0602020104020603" pitchFamily="34" charset="0"/>
                <a:cs typeface="Segoe UI" panose="020B0502040204020203" pitchFamily="34" charset="0"/>
              </a:rPr>
              <a:t>PinName</a:t>
            </a:r>
            <a:r>
              <a:rPr lang="en-IN" sz="2400">
                <a:solidFill>
                  <a:schemeClr val="bg1"/>
                </a:solidFill>
                <a:latin typeface="Tw Cen MT" panose="020B0602020104020603" pitchFamily="34" charset="0"/>
                <a:cs typeface="Segoe UI" panose="020B0502040204020203" pitchFamily="34" charset="0"/>
              </a:rPr>
              <a:t>: Name of the pins as specified in the Nucleo board pin details</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Examples: 	</a:t>
            </a:r>
            <a:r>
              <a:rPr lang="en-IN" sz="2400" err="1">
                <a:solidFill>
                  <a:srgbClr val="C00000"/>
                </a:solidFill>
                <a:latin typeface="Tw Cen MT" panose="020B0602020104020603" pitchFamily="34" charset="0"/>
                <a:cs typeface="Segoe UI" panose="020B0502040204020203" pitchFamily="34" charset="0"/>
              </a:rPr>
              <a:t>DigitalIn</a:t>
            </a:r>
            <a:r>
              <a:rPr lang="en-IN" sz="2400">
                <a:solidFill>
                  <a:srgbClr val="C00000"/>
                </a:solidFill>
                <a:latin typeface="Tw Cen MT" panose="020B0602020104020603" pitchFamily="34" charset="0"/>
                <a:cs typeface="Segoe UI" panose="020B0502040204020203" pitchFamily="34" charset="0"/>
              </a:rPr>
              <a:t> switch(PA_3);   </a:t>
            </a:r>
            <a:r>
              <a:rPr lang="en-IN" sz="2400">
                <a:solidFill>
                  <a:schemeClr val="bg1"/>
                </a:solidFill>
                <a:latin typeface="Tw Cen MT" panose="020B0602020104020603" pitchFamily="34" charset="0"/>
                <a:cs typeface="Segoe UI" panose="020B0502040204020203" pitchFamily="34" charset="0"/>
              </a:rPr>
              <a:t>//PA_3 is configured as Digital input pin</a:t>
            </a:r>
          </a:p>
        </p:txBody>
      </p:sp>
    </p:spTree>
    <p:extLst>
      <p:ext uri="{BB962C8B-B14F-4D97-AF65-F5344CB8AC3E}">
        <p14:creationId xmlns:p14="http://schemas.microsoft.com/office/powerpoint/2010/main" val="106703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9" y="1135950"/>
            <a:ext cx="11592251" cy="523220"/>
          </a:xfrm>
          <a:prstGeom prst="rect">
            <a:avLst/>
          </a:prstGeom>
          <a:noFill/>
        </p:spPr>
        <p:txBody>
          <a:bodyPr wrap="square" rtlCol="0">
            <a:spAutoFit/>
          </a:bodyPr>
          <a:lstStyle/>
          <a:p>
            <a:pPr algn="just">
              <a:buClr>
                <a:schemeClr val="accent5">
                  <a:lumMod val="75000"/>
                </a:schemeClr>
              </a:buClr>
            </a:pPr>
            <a:r>
              <a:rPr lang="en-IN" sz="2800" b="1" u="sng">
                <a:solidFill>
                  <a:srgbClr val="C00000"/>
                </a:solidFill>
                <a:latin typeface="Tw Cen MT" panose="020B0602020104020603" pitchFamily="34" charset="0"/>
                <a:cs typeface="Segoe UI" panose="020B0502040204020203" pitchFamily="34" charset="0"/>
              </a:rPr>
              <a:t>Program:</a:t>
            </a:r>
            <a:r>
              <a:rPr lang="en-IN" sz="2800" b="1">
                <a:solidFill>
                  <a:srgbClr val="C00000"/>
                </a:solidFill>
                <a:latin typeface="Tw Cen MT" panose="020B0602020104020603" pitchFamily="34" charset="0"/>
                <a:cs typeface="Segoe UI" panose="020B0502040204020203" pitchFamily="34" charset="0"/>
              </a:rPr>
              <a:t>							</a:t>
            </a:r>
            <a:endParaRPr lang="en-IN" sz="2800" b="1" u="sng">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10</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pic>
        <p:nvPicPr>
          <p:cNvPr id="6" name="Picture 5"/>
          <p:cNvPicPr>
            <a:picLocks noChangeAspect="1"/>
          </p:cNvPicPr>
          <p:nvPr/>
        </p:nvPicPr>
        <p:blipFill>
          <a:blip r:embed="rId2"/>
          <a:stretch>
            <a:fillRect/>
          </a:stretch>
        </p:blipFill>
        <p:spPr>
          <a:xfrm>
            <a:off x="6544087" y="1797599"/>
            <a:ext cx="4548786" cy="4423206"/>
          </a:xfrm>
          <a:prstGeom prst="rect">
            <a:avLst/>
          </a:prstGeom>
        </p:spPr>
      </p:pic>
      <p:pic>
        <p:nvPicPr>
          <p:cNvPr id="9" name="Picture 8"/>
          <p:cNvPicPr>
            <a:picLocks noChangeAspect="1"/>
          </p:cNvPicPr>
          <p:nvPr/>
        </p:nvPicPr>
        <p:blipFill>
          <a:blip r:embed="rId3"/>
          <a:stretch>
            <a:fillRect/>
          </a:stretch>
        </p:blipFill>
        <p:spPr>
          <a:xfrm>
            <a:off x="1199162" y="1810091"/>
            <a:ext cx="4527146" cy="4423206"/>
          </a:xfrm>
          <a:prstGeom prst="rect">
            <a:avLst/>
          </a:prstGeom>
        </p:spPr>
      </p:pic>
    </p:spTree>
    <p:extLst>
      <p:ext uri="{BB962C8B-B14F-4D97-AF65-F5344CB8AC3E}">
        <p14:creationId xmlns:p14="http://schemas.microsoft.com/office/powerpoint/2010/main" val="422515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9" y="1452252"/>
            <a:ext cx="11592251" cy="523220"/>
          </a:xfrm>
          <a:prstGeom prst="rect">
            <a:avLst/>
          </a:prstGeom>
          <a:noFill/>
        </p:spPr>
        <p:txBody>
          <a:bodyPr wrap="square" rtlCol="0">
            <a:spAutoFit/>
          </a:bodyPr>
          <a:lstStyle/>
          <a:p>
            <a:pPr algn="just">
              <a:buClr>
                <a:schemeClr val="accent5">
                  <a:lumMod val="75000"/>
                </a:schemeClr>
              </a:buClr>
            </a:pPr>
            <a:r>
              <a:rPr lang="en-IN" sz="2800" b="1" u="sng">
                <a:solidFill>
                  <a:srgbClr val="C00000"/>
                </a:solidFill>
                <a:latin typeface="Tw Cen MT" panose="020B0602020104020603" pitchFamily="34" charset="0"/>
                <a:cs typeface="Segoe UI" panose="020B0502040204020203" pitchFamily="34" charset="0"/>
              </a:rPr>
              <a:t>Program:</a:t>
            </a:r>
            <a:r>
              <a:rPr lang="en-IN" sz="2800" b="1">
                <a:solidFill>
                  <a:srgbClr val="C00000"/>
                </a:solidFill>
                <a:latin typeface="Tw Cen MT" panose="020B0602020104020603" pitchFamily="34" charset="0"/>
                <a:cs typeface="Segoe UI" panose="020B0502040204020203" pitchFamily="34" charset="0"/>
              </a:rPr>
              <a:t>							</a:t>
            </a:r>
            <a:endParaRPr lang="en-IN" sz="2800" b="1" u="sng">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10</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pic>
        <p:nvPicPr>
          <p:cNvPr id="2" name="Picture 1"/>
          <p:cNvPicPr>
            <a:picLocks noChangeAspect="1"/>
          </p:cNvPicPr>
          <p:nvPr/>
        </p:nvPicPr>
        <p:blipFill>
          <a:blip r:embed="rId2"/>
          <a:stretch>
            <a:fillRect/>
          </a:stretch>
        </p:blipFill>
        <p:spPr>
          <a:xfrm>
            <a:off x="1202418" y="2343969"/>
            <a:ext cx="4552649" cy="3866796"/>
          </a:xfrm>
          <a:prstGeom prst="rect">
            <a:avLst/>
          </a:prstGeom>
        </p:spPr>
      </p:pic>
    </p:spTree>
    <p:extLst>
      <p:ext uri="{BB962C8B-B14F-4D97-AF65-F5344CB8AC3E}">
        <p14:creationId xmlns:p14="http://schemas.microsoft.com/office/powerpoint/2010/main" val="1315452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CHALLENGING TASK</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11</a:t>
            </a:r>
          </a:p>
        </p:txBody>
      </p:sp>
      <p:sp>
        <p:nvSpPr>
          <p:cNvPr id="7" name="TextBox 6"/>
          <p:cNvSpPr txBox="1"/>
          <p:nvPr/>
        </p:nvSpPr>
        <p:spPr>
          <a:xfrm>
            <a:off x="4054764" y="6587769"/>
            <a:ext cx="3913475"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- 2</a:t>
            </a:r>
          </a:p>
        </p:txBody>
      </p:sp>
      <p:sp>
        <p:nvSpPr>
          <p:cNvPr id="9" name="TextBox 8"/>
          <p:cNvSpPr txBox="1"/>
          <p:nvPr/>
        </p:nvSpPr>
        <p:spPr>
          <a:xfrm>
            <a:off x="403763" y="857806"/>
            <a:ext cx="11745912" cy="5878532"/>
          </a:xfrm>
          <a:prstGeom prst="rect">
            <a:avLst/>
          </a:prstGeom>
          <a:noFill/>
        </p:spPr>
        <p:txBody>
          <a:bodyPr wrap="square" rtlCol="0">
            <a:spAutoFit/>
          </a:bodyPr>
          <a:lstStyle/>
          <a:p>
            <a:pPr algn="just">
              <a:buClr>
                <a:schemeClr val="accent5">
                  <a:lumMod val="75000"/>
                </a:schemeClr>
              </a:buClr>
            </a:pPr>
            <a:r>
              <a:rPr lang="en-IN" sz="2200">
                <a:solidFill>
                  <a:schemeClr val="bg1"/>
                </a:solidFill>
                <a:latin typeface="Tw Cen MT" panose="020B0602020104020603" pitchFamily="34" charset="0"/>
                <a:cs typeface="Segoe UI" panose="020B0502040204020203" pitchFamily="34" charset="0"/>
              </a:rPr>
              <a:t>Write a C++ program with </a:t>
            </a:r>
            <a:r>
              <a:rPr lang="en-IN" sz="2200" err="1">
                <a:solidFill>
                  <a:schemeClr val="bg1"/>
                </a:solidFill>
                <a:latin typeface="Tw Cen MT" panose="020B0602020104020603" pitchFamily="34" charset="0"/>
                <a:cs typeface="Segoe UI" panose="020B0502040204020203" pitchFamily="34" charset="0"/>
              </a:rPr>
              <a:t>mbed</a:t>
            </a:r>
            <a:r>
              <a:rPr lang="en-IN" sz="2200">
                <a:solidFill>
                  <a:schemeClr val="bg1"/>
                </a:solidFill>
                <a:latin typeface="Tw Cen MT" panose="020B0602020104020603" pitchFamily="34" charset="0"/>
                <a:cs typeface="Segoe UI" panose="020B0502040204020203" pitchFamily="34" charset="0"/>
              </a:rPr>
              <a:t> APIs to design a </a:t>
            </a:r>
            <a:r>
              <a:rPr lang="en-IN" sz="2200" b="1" i="1">
                <a:solidFill>
                  <a:srgbClr val="C00000"/>
                </a:solidFill>
                <a:latin typeface="Tw Cen MT" panose="020B0602020104020603" pitchFamily="34" charset="0"/>
                <a:cs typeface="Segoe UI" panose="020B0502040204020203" pitchFamily="34" charset="0"/>
              </a:rPr>
              <a:t>traffic light controller system </a:t>
            </a:r>
            <a:r>
              <a:rPr lang="en-IN" sz="2200">
                <a:solidFill>
                  <a:schemeClr val="bg1"/>
                </a:solidFill>
                <a:latin typeface="Tw Cen MT" panose="020B0602020104020603" pitchFamily="34" charset="0"/>
                <a:cs typeface="Segoe UI" panose="020B0502040204020203" pitchFamily="34" charset="0"/>
              </a:rPr>
              <a:t>for a four lane junction (North, South, East, West) to coordinate the traffic moves. </a:t>
            </a:r>
          </a:p>
          <a:p>
            <a:pPr algn="just">
              <a:buClr>
                <a:schemeClr val="accent5">
                  <a:lumMod val="75000"/>
                </a:schemeClr>
              </a:buClr>
            </a:pPr>
            <a:endParaRPr lang="en-IN" sz="800">
              <a:solidFill>
                <a:schemeClr val="bg1"/>
              </a:solidFill>
              <a:latin typeface="Tw Cen MT" panose="020B0602020104020603" pitchFamily="34" charset="0"/>
              <a:cs typeface="Segoe UI" panose="020B0502040204020203" pitchFamily="34" charset="0"/>
            </a:endParaRPr>
          </a:p>
          <a:p>
            <a:pPr marL="800100" lvl="1" indent="-3429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Use 12 LEDs (3 for each direction) for traffic light signal indication and Switch decide the traffic light mode.</a:t>
            </a:r>
          </a:p>
          <a:p>
            <a:pPr marL="800100" lvl="1" indent="-342900" algn="just">
              <a:buClr>
                <a:schemeClr val="accent5">
                  <a:lumMod val="75000"/>
                </a:schemeClr>
              </a:buClr>
              <a:buFont typeface="Wingdings" panose="05000000000000000000" pitchFamily="2" charset="2"/>
              <a:buChar char="Ø"/>
            </a:pPr>
            <a:endParaRPr lang="en-IN" sz="800">
              <a:solidFill>
                <a:schemeClr val="bg1"/>
              </a:solidFill>
              <a:latin typeface="Tw Cen MT" panose="020B0602020104020603" pitchFamily="34" charset="0"/>
              <a:cs typeface="Segoe UI" panose="020B0502040204020203" pitchFamily="34" charset="0"/>
            </a:endParaRPr>
          </a:p>
          <a:p>
            <a:pPr marL="800100" lvl="1" indent="-3429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Switch is LOW, traffic light operate in late night mode in which only yellow light (LED) in all lanes blink for every 2 seconds continuously.</a:t>
            </a:r>
          </a:p>
          <a:p>
            <a:pPr marL="800100" lvl="1" indent="-342900" algn="just">
              <a:buClr>
                <a:schemeClr val="accent5">
                  <a:lumMod val="75000"/>
                </a:schemeClr>
              </a:buClr>
              <a:buFont typeface="Wingdings" panose="05000000000000000000" pitchFamily="2" charset="2"/>
              <a:buChar char="Ø"/>
            </a:pPr>
            <a:endParaRPr lang="en-IN" sz="800">
              <a:solidFill>
                <a:schemeClr val="bg1"/>
              </a:solidFill>
              <a:latin typeface="Tw Cen MT" panose="020B0602020104020603" pitchFamily="34" charset="0"/>
              <a:cs typeface="Segoe UI" panose="020B0502040204020203" pitchFamily="34" charset="0"/>
            </a:endParaRPr>
          </a:p>
          <a:p>
            <a:pPr marL="800100" lvl="1" indent="-3429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Switch is HIGH then traffic light operates in normal signalling operation in which  similar signal sequence are applied in opposite lanes (for ex. east and west) with Green signal for 15 Sec. then Yellow for 2 Sec. and then Red. Meanwhile, north &amp; south lane will be at red. </a:t>
            </a:r>
          </a:p>
          <a:p>
            <a:pPr marL="800100" lvl="1" indent="-342900" algn="just">
              <a:buClr>
                <a:schemeClr val="accent5">
                  <a:lumMod val="75000"/>
                </a:schemeClr>
              </a:buClr>
              <a:buFont typeface="Wingdings" panose="05000000000000000000" pitchFamily="2" charset="2"/>
              <a:buChar char="Ø"/>
            </a:pPr>
            <a:endParaRPr lang="en-IN" sz="800">
              <a:solidFill>
                <a:schemeClr val="bg1"/>
              </a:solidFill>
              <a:latin typeface="Tw Cen MT" panose="020B0602020104020603" pitchFamily="34" charset="0"/>
              <a:cs typeface="Segoe UI" panose="020B0502040204020203" pitchFamily="34" charset="0"/>
            </a:endParaRPr>
          </a:p>
          <a:p>
            <a:pPr marL="800100" lvl="1" indent="-3429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Once this sequence is completed, switch to next opposite lanes (i.e north &amp; south) and carry out signalling with Green signal for 10 Sec. then Yellow signal for 2 Sec. and then Red meanwhile, east &amp; west lane will be in red. </a:t>
            </a:r>
          </a:p>
          <a:p>
            <a:pPr marL="800100" lvl="1" indent="-342900" algn="just">
              <a:buClr>
                <a:schemeClr val="accent5">
                  <a:lumMod val="75000"/>
                </a:schemeClr>
              </a:buClr>
              <a:buFont typeface="Wingdings" panose="05000000000000000000" pitchFamily="2" charset="2"/>
              <a:buChar char="Ø"/>
            </a:pPr>
            <a:endParaRPr lang="en-IN" sz="800">
              <a:solidFill>
                <a:schemeClr val="bg1"/>
              </a:solidFill>
              <a:latin typeface="Tw Cen MT" panose="020B0602020104020603" pitchFamily="34" charset="0"/>
              <a:cs typeface="Segoe UI" panose="020B0502040204020203" pitchFamily="34" charset="0"/>
            </a:endParaRPr>
          </a:p>
          <a:p>
            <a:pPr marL="800100" lvl="1" indent="-342900" algn="just">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Continuously switch between these two signal sequence.</a:t>
            </a:r>
          </a:p>
          <a:p>
            <a:pPr algn="just">
              <a:buClr>
                <a:schemeClr val="accent5">
                  <a:lumMod val="75000"/>
                </a:schemeClr>
              </a:buClr>
            </a:pPr>
            <a:r>
              <a:rPr lang="en-IN" sz="2200">
                <a:solidFill>
                  <a:schemeClr val="bg1"/>
                </a:solidFill>
                <a:latin typeface="Tw Cen MT" panose="020B0602020104020603" pitchFamily="34" charset="0"/>
                <a:cs typeface="Segoe UI" panose="020B0502040204020203" pitchFamily="34" charset="0"/>
              </a:rPr>
              <a:t>Implement and verify this logic on the STM32 Nucleo-64  board using </a:t>
            </a:r>
            <a:r>
              <a:rPr lang="en-IN" sz="2200" err="1">
                <a:solidFill>
                  <a:schemeClr val="bg1"/>
                </a:solidFill>
                <a:latin typeface="Tw Cen MT" panose="020B0602020104020603" pitchFamily="34" charset="0"/>
                <a:cs typeface="Segoe UI" panose="020B0502040204020203" pitchFamily="34" charset="0"/>
              </a:rPr>
              <a:t>Keil</a:t>
            </a:r>
            <a:r>
              <a:rPr lang="en-IN" sz="2200">
                <a:solidFill>
                  <a:schemeClr val="bg1"/>
                </a:solidFill>
                <a:latin typeface="Tw Cen MT" panose="020B0602020104020603" pitchFamily="34" charset="0"/>
                <a:cs typeface="Segoe UI" panose="020B0502040204020203" pitchFamily="34" charset="0"/>
              </a:rPr>
              <a:t> Studio Cloud IDE. </a:t>
            </a:r>
          </a:p>
          <a:p>
            <a:pPr algn="just">
              <a:buClr>
                <a:schemeClr val="accent5">
                  <a:lumMod val="75000"/>
                </a:schemeClr>
              </a:buClr>
            </a:pPr>
            <a:r>
              <a:rPr lang="en-IN" sz="2000" b="1" u="sng">
                <a:solidFill>
                  <a:schemeClr val="bg1"/>
                </a:solidFill>
                <a:latin typeface="Tw Cen MT" panose="020B0602020104020603" pitchFamily="34" charset="0"/>
                <a:cs typeface="Segoe UI" panose="020B0502040204020203" pitchFamily="34" charset="0"/>
              </a:rPr>
              <a:t>Hint: </a:t>
            </a:r>
            <a:r>
              <a:rPr lang="en-IN">
                <a:solidFill>
                  <a:schemeClr val="bg1"/>
                </a:solidFill>
                <a:latin typeface="Tw Cen MT" panose="020B0602020104020603" pitchFamily="34" charset="0"/>
                <a:cs typeface="Segoe UI" panose="020B0502040204020203" pitchFamily="34" charset="0"/>
              </a:rPr>
              <a:t>Use 6 Digital pins for lane signalling LEDs (3 for East &amp; West, 3 for North &amp; South) and one Switch for Mode selection</a:t>
            </a:r>
          </a:p>
        </p:txBody>
      </p:sp>
    </p:spTree>
    <p:extLst>
      <p:ext uri="{BB962C8B-B14F-4D97-AF65-F5344CB8AC3E}">
        <p14:creationId xmlns:p14="http://schemas.microsoft.com/office/powerpoint/2010/main" val="164157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2500764" y="2396840"/>
            <a:ext cx="7419095" cy="1143000"/>
          </a:xfrm>
          <a:solidFill>
            <a:srgbClr val="00B0F0"/>
          </a:solidFill>
          <a:effectLst>
            <a:glow rad="101600">
              <a:schemeClr val="accent3">
                <a:satMod val="175000"/>
                <a:alpha val="40000"/>
              </a:schemeClr>
            </a:glow>
            <a:outerShdw blurRad="40000" dist="20000" dir="5400000" rotWithShape="0">
              <a:srgbClr val="000000">
                <a:alpha val="38000"/>
              </a:srgbClr>
            </a:outerShdw>
            <a:reflection blurRad="6350" stA="50000" endA="295" endPos="92000" dist="101600" dir="5400000" sy="-100000" algn="bl" rotWithShape="0"/>
          </a:effectLst>
          <a:scene3d>
            <a:camera prst="perspectiveContrastingRightFacing"/>
            <a:lightRig rig="threePt" dir="t"/>
          </a:scene3d>
          <a:sp3d>
            <a:bevelT w="139700" h="139700" prst="divot"/>
          </a:sp3d>
        </p:spPr>
        <p:style>
          <a:lnRef idx="3">
            <a:schemeClr val="lt1"/>
          </a:lnRef>
          <a:fillRef idx="1">
            <a:schemeClr val="accent5"/>
          </a:fillRef>
          <a:effectRef idx="1">
            <a:schemeClr val="accent5"/>
          </a:effectRef>
          <a:fontRef idx="minor">
            <a:schemeClr val="lt1"/>
          </a:fontRef>
        </p:style>
        <p:txBody>
          <a:bodyPr>
            <a:normAutofit/>
          </a:bodyPr>
          <a:lstStyle/>
          <a:p>
            <a:pPr algn="ctr" eaLnBrk="1" hangingPunct="1">
              <a:defRPr/>
            </a:pPr>
            <a:r>
              <a:rPr lang="en-US" sz="6000" b="1">
                <a:solidFill>
                  <a:schemeClr val="bg1"/>
                </a:solidFill>
                <a:latin typeface="Forte" pitchFamily="66" charset="0"/>
              </a:rPr>
              <a:t>THANK   YOU</a:t>
            </a:r>
          </a:p>
        </p:txBody>
      </p:sp>
      <p:sp>
        <p:nvSpPr>
          <p:cNvPr id="11" name="TextBox 10"/>
          <p:cNvSpPr txBox="1">
            <a:spLocks noChangeArrowheads="1"/>
          </p:cNvSpPr>
          <p:nvPr/>
        </p:nvSpPr>
        <p:spPr bwMode="auto">
          <a:xfrm rot="-1379407">
            <a:off x="9132744" y="4466435"/>
            <a:ext cx="2632075" cy="1754326"/>
          </a:xfrm>
          <a:prstGeom prst="rect">
            <a:avLst/>
          </a:prstGeom>
          <a:noFill/>
          <a:ln w="9525">
            <a:noFill/>
            <a:miter lim="800000"/>
            <a:headEnd/>
            <a:tailEnd/>
          </a:ln>
        </p:spPr>
        <p:txBody>
          <a:bodyPr>
            <a:spAutoFit/>
          </a:bodyPr>
          <a:lstStyle/>
          <a:p>
            <a:pPr algn="ctr"/>
            <a:r>
              <a:rPr lang="en-US" sz="5400" b="1">
                <a:solidFill>
                  <a:srgbClr val="C00000"/>
                </a:solidFill>
                <a:latin typeface="Blackadder ITC" pitchFamily="82" charset="0"/>
              </a:rPr>
              <a:t>by</a:t>
            </a:r>
          </a:p>
          <a:p>
            <a:pPr algn="ctr"/>
            <a:r>
              <a:rPr lang="en-US" sz="5400" b="1">
                <a:solidFill>
                  <a:srgbClr val="C00000"/>
                </a:solidFill>
                <a:latin typeface="Blackadder ITC" pitchFamily="82" charset="0"/>
              </a:rPr>
              <a:t> prakash  v</a:t>
            </a:r>
          </a:p>
        </p:txBody>
      </p:sp>
      <p:pic>
        <p:nvPicPr>
          <p:cNvPr id="12" name="Picture 3"/>
          <p:cNvPicPr>
            <a:picLocks noChangeAspect="1" noChangeArrowheads="1"/>
          </p:cNvPicPr>
          <p:nvPr/>
        </p:nvPicPr>
        <p:blipFill>
          <a:blip r:embed="rId2" cstate="print"/>
          <a:srcRect/>
          <a:stretch>
            <a:fillRect/>
          </a:stretch>
        </p:blipFill>
        <p:spPr bwMode="auto">
          <a:xfrm>
            <a:off x="609600" y="762000"/>
            <a:ext cx="7848600" cy="276225"/>
          </a:xfrm>
          <a:prstGeom prst="rect">
            <a:avLst/>
          </a:prstGeom>
          <a:noFill/>
          <a:ln w="9525">
            <a:noFill/>
            <a:miter lim="800000"/>
            <a:headEnd/>
            <a:tailEnd/>
          </a:ln>
        </p:spPr>
      </p:pic>
      <p:pic>
        <p:nvPicPr>
          <p:cNvPr id="13" name="Content Placeholder 4" descr="butterflybluex.gif"/>
          <p:cNvPicPr>
            <a:picLocks noGrp="1" noChangeAspect="1"/>
          </p:cNvPicPr>
          <p:nvPr>
            <p:ph idx="1"/>
          </p:nvPr>
        </p:nvPicPr>
        <p:blipFill>
          <a:blip r:embed="rId3" cstate="print"/>
          <a:stretch>
            <a:fillRect/>
          </a:stretch>
        </p:blipFill>
        <p:spPr>
          <a:xfrm>
            <a:off x="223401" y="5170340"/>
            <a:ext cx="2152650" cy="1590675"/>
          </a:xfrm>
        </p:spPr>
      </p:pic>
    </p:spTree>
    <p:extLst>
      <p:ext uri="{BB962C8B-B14F-4D97-AF65-F5344CB8AC3E}">
        <p14:creationId xmlns:p14="http://schemas.microsoft.com/office/powerpoint/2010/main" val="233871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0" fill="hold"/>
                                        <p:tgtEl>
                                          <p:spTgt spid="7"/>
                                        </p:tgtEl>
                                        <p:attrNameLst>
                                          <p:attrName>ppt_w</p:attrName>
                                        </p:attrNameLst>
                                      </p:cBhvr>
                                      <p:tavLst>
                                        <p:tav tm="0">
                                          <p:val>
                                            <p:strVal val="#ppt_w*0.70"/>
                                          </p:val>
                                        </p:tav>
                                        <p:tav tm="100000">
                                          <p:val>
                                            <p:strVal val="#ppt_w"/>
                                          </p:val>
                                        </p:tav>
                                      </p:tavLst>
                                    </p:anim>
                                    <p:anim calcmode="lin" valueType="num">
                                      <p:cBhvr>
                                        <p:cTn id="8" dur="3000" fill="hold"/>
                                        <p:tgtEl>
                                          <p:spTgt spid="7"/>
                                        </p:tgtEl>
                                        <p:attrNameLst>
                                          <p:attrName>ppt_h</p:attrName>
                                        </p:attrNameLst>
                                      </p:cBhvr>
                                      <p:tavLst>
                                        <p:tav tm="0">
                                          <p:val>
                                            <p:strVal val="#ppt_h"/>
                                          </p:val>
                                        </p:tav>
                                        <p:tav tm="100000">
                                          <p:val>
                                            <p:strVal val="#ppt_h"/>
                                          </p:val>
                                        </p:tav>
                                      </p:tavLst>
                                    </p:anim>
                                    <p:animEffect transition="in" filter="fade">
                                      <p:cBhvr>
                                        <p:cTn id="9" dur="3000"/>
                                        <p:tgtEl>
                                          <p:spTgt spid="7"/>
                                        </p:tgtEl>
                                      </p:cBhvr>
                                    </p:animEffect>
                                  </p:childTnLst>
                                </p:cTn>
                              </p:par>
                            </p:childTnLst>
                          </p:cTn>
                        </p:par>
                        <p:par>
                          <p:cTn id="10" fill="hold">
                            <p:stCondLst>
                              <p:cond delay="30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1"/>
                                        </p:tgtEl>
                                        <p:attrNameLst>
                                          <p:attrName>style.visibility</p:attrName>
                                        </p:attrNameLst>
                                      </p:cBhvr>
                                      <p:to>
                                        <p:strVal val="visible"/>
                                      </p:to>
                                    </p:set>
                                    <p:anim calcmode="discrete" valueType="clr">
                                      <p:cBhvr override="childStyle">
                                        <p:cTn id="13" dur="100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11"/>
                                        </p:tgtEl>
                                        <p:attrNameLst>
                                          <p:attrName>fillcolor</p:attrName>
                                        </p:attrNameLst>
                                      </p:cBhvr>
                                      <p:tavLst>
                                        <p:tav tm="0">
                                          <p:val>
                                            <p:clrVal>
                                              <a:schemeClr val="accent2"/>
                                            </p:clrVal>
                                          </p:val>
                                        </p:tav>
                                        <p:tav tm="50000">
                                          <p:val>
                                            <p:clrVal>
                                              <a:schemeClr val="hlink"/>
                                            </p:clrVal>
                                          </p:val>
                                        </p:tav>
                                      </p:tavLst>
                                    </p:anim>
                                    <p:set>
                                      <p:cBhvr>
                                        <p:cTn id="15" dur="1000"/>
                                        <p:tgtEl>
                                          <p:spTgt spid="11"/>
                                        </p:tgtEl>
                                        <p:attrNameLst>
                                          <p:attrName>fill.type</p:attrName>
                                        </p:attrNameLst>
                                      </p:cBhvr>
                                      <p:to>
                                        <p:strVal val="solid"/>
                                      </p:to>
                                    </p:set>
                                  </p:childTnLst>
                                </p:cTn>
                              </p:par>
                            </p:childTnLst>
                          </p:cTn>
                        </p:par>
                        <p:par>
                          <p:cTn id="16" fill="hold">
                            <p:stCondLst>
                              <p:cond delay="8500"/>
                            </p:stCondLst>
                            <p:childTnLst>
                              <p:par>
                                <p:cTn id="17" presetID="0" presetClass="path" presetSubtype="0" accel="50000" decel="50000" fill="hold" nodeType="afterEffect">
                                  <p:stCondLst>
                                    <p:cond delay="0"/>
                                  </p:stCondLst>
                                  <p:childTnLst>
                                    <p:animMotion origin="layout" path="M -0.06315 0.03796 C 0.07422 0.04398 0.21172 0.05046 0.2332 -0.03033 C 0.25456 -0.11111 0.05703 -0.33172 0.06563 -0.44653 C 0.075 -0.56135 0.17487 -0.68797 0.28724 -0.71968 C 0.4013 -0.75139 0.69622 -0.68241 0.74531 -0.63681 C 0.7944 -0.59121 0.61016 -0.47824 0.58307 -0.44653 " pathEditMode="relative" rAng="0" ptsTypes="aaaaaA">
                                      <p:cBhvr>
                                        <p:cTn id="18" dur="5000" fill="hold"/>
                                        <p:tgtEl>
                                          <p:spTgt spid="13"/>
                                        </p:tgtEl>
                                        <p:attrNameLst>
                                          <p:attrName>ppt_x</p:attrName>
                                          <p:attrName>ppt_y</p:attrName>
                                        </p:attrNameLst>
                                      </p:cBhvr>
                                      <p:rCtr x="42900" y="-38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0227D1-78CF-40B4-87CD-F3609B328EEA}">
  <ds:schemaRefs>
    <ds:schemaRef ds:uri="http://schemas.microsoft.com/sharepoint/v3/contenttype/forms"/>
  </ds:schemaRefs>
</ds:datastoreItem>
</file>

<file path=customXml/itemProps2.xml><?xml version="1.0" encoding="utf-8"?>
<ds:datastoreItem xmlns:ds="http://schemas.openxmlformats.org/officeDocument/2006/customXml" ds:itemID="{E53A78EA-7DF8-49DF-BFA4-A8A41F576FDB}">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TC103457452[[fn=Celestial]]</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15</cp:revision>
  <dcterms:created xsi:type="dcterms:W3CDTF">2013-10-21T17:01:43Z</dcterms:created>
  <dcterms:modified xsi:type="dcterms:W3CDTF">2024-11-18T17:50:50Z</dcterms:modified>
</cp:coreProperties>
</file>