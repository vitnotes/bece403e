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sldIdLst>
    <p:sldId id="260" r:id="rId4"/>
    <p:sldId id="278" r:id="rId5"/>
    <p:sldId id="279" r:id="rId6"/>
    <p:sldId id="298" r:id="rId7"/>
    <p:sldId id="280" r:id="rId8"/>
    <p:sldId id="296" r:id="rId9"/>
    <p:sldId id="297" r:id="rId10"/>
    <p:sldId id="282" r:id="rId11"/>
    <p:sldId id="281" r:id="rId12"/>
    <p:sldId id="268" r:id="rId13"/>
    <p:sldId id="283" r:id="rId14"/>
    <p:sldId id="286" r:id="rId15"/>
    <p:sldId id="299" r:id="rId16"/>
    <p:sldId id="300" r:id="rId17"/>
    <p:sldId id="303" r:id="rId18"/>
    <p:sldId id="307" r:id="rId19"/>
    <p:sldId id="287" r:id="rId20"/>
    <p:sldId id="288" r:id="rId21"/>
    <p:sldId id="305" r:id="rId22"/>
    <p:sldId id="259" r:id="rId23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3300"/>
    <a:srgbClr val="663300"/>
    <a:srgbClr val="FF9900"/>
    <a:srgbClr val="04DA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7FA98-EDD7-4F69-83FB-9E6F41945217}" v="1" dt="2024-11-17T15:48:56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thick" userId="S::kirthick.2021@vitstudent.ac.in::184f7ff0-8978-470f-9087-8e6d7a591f8e" providerId="AD" clId="Web-{0797B694-4FDB-516C-D67C-CEEF8446AF00}"/>
    <pc:docChg chg="modSld">
      <pc:chgData name="Kirthick" userId="S::kirthick.2021@vitstudent.ac.in::184f7ff0-8978-470f-9087-8e6d7a591f8e" providerId="AD" clId="Web-{0797B694-4FDB-516C-D67C-CEEF8446AF00}" dt="2024-08-07T12:37:29.913" v="0" actId="1076"/>
      <pc:docMkLst>
        <pc:docMk/>
      </pc:docMkLst>
      <pc:sldChg chg="modSp">
        <pc:chgData name="Kirthick" userId="S::kirthick.2021@vitstudent.ac.in::184f7ff0-8978-470f-9087-8e6d7a591f8e" providerId="AD" clId="Web-{0797B694-4FDB-516C-D67C-CEEF8446AF00}" dt="2024-08-07T12:37:29.913" v="0" actId="1076"/>
        <pc:sldMkLst>
          <pc:docMk/>
          <pc:sldMk cId="1315452350" sldId="287"/>
        </pc:sldMkLst>
        <pc:picChg chg="mod">
          <ac:chgData name="Kirthick" userId="S::kirthick.2021@vitstudent.ac.in::184f7ff0-8978-470f-9087-8e6d7a591f8e" providerId="AD" clId="Web-{0797B694-4FDB-516C-D67C-CEEF8446AF00}" dt="2024-08-07T12:37:29.913" v="0" actId="1076"/>
          <ac:picMkLst>
            <pc:docMk/>
            <pc:sldMk cId="1315452350" sldId="287"/>
            <ac:picMk id="3" creationId="{00000000-0000-0000-0000-000000000000}"/>
          </ac:picMkLst>
        </pc:picChg>
      </pc:sldChg>
    </pc:docChg>
  </pc:docChgLst>
  <pc:docChgLst>
    <pc:chgData name="Jaynithi M" userId="S::jaynithi.m2021@vitstudent.ac.in::2a78ba5c-37d9-4d63-b27a-317425fe8f2a" providerId="AD" clId="Web-{D4B7F641-B3C7-1613-5746-F64C04652559}"/>
    <pc:docChg chg="modSld">
      <pc:chgData name="Jaynithi M" userId="S::jaynithi.m2021@vitstudent.ac.in::2a78ba5c-37d9-4d63-b27a-317425fe8f2a" providerId="AD" clId="Web-{D4B7F641-B3C7-1613-5746-F64C04652559}" dt="2024-08-21T09:00:07.183" v="0" actId="1076"/>
      <pc:docMkLst>
        <pc:docMk/>
      </pc:docMkLst>
      <pc:sldChg chg="modSp">
        <pc:chgData name="Jaynithi M" userId="S::jaynithi.m2021@vitstudent.ac.in::2a78ba5c-37d9-4d63-b27a-317425fe8f2a" providerId="AD" clId="Web-{D4B7F641-B3C7-1613-5746-F64C04652559}" dt="2024-08-21T09:00:07.183" v="0" actId="1076"/>
        <pc:sldMkLst>
          <pc:docMk/>
          <pc:sldMk cId="4207301786" sldId="280"/>
        </pc:sldMkLst>
        <pc:picChg chg="mod">
          <ac:chgData name="Jaynithi M" userId="S::jaynithi.m2021@vitstudent.ac.in::2a78ba5c-37d9-4d63-b27a-317425fe8f2a" providerId="AD" clId="Web-{D4B7F641-B3C7-1613-5746-F64C04652559}" dt="2024-08-21T09:00:07.183" v="0" actId="1076"/>
          <ac:picMkLst>
            <pc:docMk/>
            <pc:sldMk cId="4207301786" sldId="280"/>
            <ac:picMk id="2050" creationId="{00000000-0000-0000-0000-000000000000}"/>
          </ac:picMkLst>
        </pc:picChg>
      </pc:sldChg>
    </pc:docChg>
  </pc:docChgLst>
  <pc:docChgLst>
    <pc:chgData name="Varun Kumar Reddy D" userId="S::varunkumar.reddyd2021@vitstudent.ac.in::ed2b2ff8-ae45-4539-964c-b3664ed5e6df" providerId="AD" clId="Web-{85FF1955-3116-3995-8483-F0344EF5E211}"/>
    <pc:docChg chg="modSld">
      <pc:chgData name="Varun Kumar Reddy D" userId="S::varunkumar.reddyd2021@vitstudent.ac.in::ed2b2ff8-ae45-4539-964c-b3664ed5e6df" providerId="AD" clId="Web-{85FF1955-3116-3995-8483-F0344EF5E211}" dt="2024-07-30T06:28:07.134" v="0" actId="1076"/>
      <pc:docMkLst>
        <pc:docMk/>
      </pc:docMkLst>
      <pc:sldChg chg="modSp">
        <pc:chgData name="Varun Kumar Reddy D" userId="S::varunkumar.reddyd2021@vitstudent.ac.in::ed2b2ff8-ae45-4539-964c-b3664ed5e6df" providerId="AD" clId="Web-{85FF1955-3116-3995-8483-F0344EF5E211}" dt="2024-07-30T06:28:07.134" v="0" actId="1076"/>
        <pc:sldMkLst>
          <pc:docMk/>
          <pc:sldMk cId="925185288" sldId="305"/>
        </pc:sldMkLst>
        <pc:picChg chg="mod">
          <ac:chgData name="Varun Kumar Reddy D" userId="S::varunkumar.reddyd2021@vitstudent.ac.in::ed2b2ff8-ae45-4539-964c-b3664ed5e6df" providerId="AD" clId="Web-{85FF1955-3116-3995-8483-F0344EF5E211}" dt="2024-07-30T06:28:07.134" v="0" actId="1076"/>
          <ac:picMkLst>
            <pc:docMk/>
            <pc:sldMk cId="925185288" sldId="305"/>
            <ac:picMk id="2" creationId="{00000000-0000-0000-0000-000000000000}"/>
          </ac:picMkLst>
        </pc:picChg>
      </pc:sldChg>
    </pc:docChg>
  </pc:docChgLst>
  <pc:docChgLst>
    <pc:chgData name="Heshwar" userId="S::heshwar.2021@vitstudent.ac.in::668b571b-2051-47c4-8396-181c54bb79fe" providerId="AD" clId="Web-{9C918DB7-2B63-E1C7-1306-BECF53A78100}"/>
    <pc:docChg chg="modSld">
      <pc:chgData name="Heshwar" userId="S::heshwar.2021@vitstudent.ac.in::668b571b-2051-47c4-8396-181c54bb79fe" providerId="AD" clId="Web-{9C918DB7-2B63-E1C7-1306-BECF53A78100}" dt="2024-07-24T09:25:00.774" v="0" actId="1076"/>
      <pc:docMkLst>
        <pc:docMk/>
      </pc:docMkLst>
      <pc:sldChg chg="modSp">
        <pc:chgData name="Heshwar" userId="S::heshwar.2021@vitstudent.ac.in::668b571b-2051-47c4-8396-181c54bb79fe" providerId="AD" clId="Web-{9C918DB7-2B63-E1C7-1306-BECF53A78100}" dt="2024-07-24T09:25:00.774" v="0" actId="1076"/>
        <pc:sldMkLst>
          <pc:docMk/>
          <pc:sldMk cId="696622711" sldId="296"/>
        </pc:sldMkLst>
        <pc:picChg chg="mod">
          <ac:chgData name="Heshwar" userId="S::heshwar.2021@vitstudent.ac.in::668b571b-2051-47c4-8396-181c54bb79fe" providerId="AD" clId="Web-{9C918DB7-2B63-E1C7-1306-BECF53A78100}" dt="2024-07-24T09:25:00.774" v="0" actId="1076"/>
          <ac:picMkLst>
            <pc:docMk/>
            <pc:sldMk cId="696622711" sldId="296"/>
            <ac:picMk id="3" creationId="{00000000-0000-0000-0000-000000000000}"/>
          </ac:picMkLst>
        </pc:picChg>
      </pc:sldChg>
    </pc:docChg>
  </pc:docChgLst>
  <pc:docChgLst>
    <pc:chgData name="Heshwar" userId="S::heshwar.2021@vitstudent.ac.in::668b571b-2051-47c4-8396-181c54bb79fe" providerId="AD" clId="Web-{26199558-8D7A-E581-06C6-7FF0BF5DD8AA}"/>
    <pc:docChg chg="modSld">
      <pc:chgData name="Heshwar" userId="S::heshwar.2021@vitstudent.ac.in::668b571b-2051-47c4-8396-181c54bb79fe" providerId="AD" clId="Web-{26199558-8D7A-E581-06C6-7FF0BF5DD8AA}" dt="2024-09-25T09:55:02.203" v="5" actId="1076"/>
      <pc:docMkLst>
        <pc:docMk/>
      </pc:docMkLst>
      <pc:sldChg chg="modSp">
        <pc:chgData name="Heshwar" userId="S::heshwar.2021@vitstudent.ac.in::668b571b-2051-47c4-8396-181c54bb79fe" providerId="AD" clId="Web-{26199558-8D7A-E581-06C6-7FF0BF5DD8AA}" dt="2024-09-25T09:55:02.203" v="5" actId="1076"/>
        <pc:sldMkLst>
          <pc:docMk/>
          <pc:sldMk cId="696622711" sldId="296"/>
        </pc:sldMkLst>
        <pc:picChg chg="mod">
          <ac:chgData name="Heshwar" userId="S::heshwar.2021@vitstudent.ac.in::668b571b-2051-47c4-8396-181c54bb79fe" providerId="AD" clId="Web-{26199558-8D7A-E581-06C6-7FF0BF5DD8AA}" dt="2024-09-25T09:55:02.203" v="5" actId="1076"/>
          <ac:picMkLst>
            <pc:docMk/>
            <pc:sldMk cId="696622711" sldId="296"/>
            <ac:picMk id="3" creationId="{00000000-0000-0000-0000-000000000000}"/>
          </ac:picMkLst>
        </pc:picChg>
      </pc:sldChg>
    </pc:docChg>
  </pc:docChgLst>
  <pc:docChgLst>
    <pc:chgData name="Sai Krishna Srikanth" userId="S::saikrishna.srikanth2021@vitstudent.ac.in::f3a2489a-58fb-4c44-813a-0fc20d931c54" providerId="AD" clId="Web-{DEEC227F-51D4-7C4B-2EF5-D548B08BEACA}"/>
    <pc:docChg chg="modSld">
      <pc:chgData name="Sai Krishna Srikanth" userId="S::saikrishna.srikanth2021@vitstudent.ac.in::f3a2489a-58fb-4c44-813a-0fc20d931c54" providerId="AD" clId="Web-{DEEC227F-51D4-7C4B-2EF5-D548B08BEACA}" dt="2024-08-14T10:12:08.398" v="7" actId="1076"/>
      <pc:docMkLst>
        <pc:docMk/>
      </pc:docMkLst>
      <pc:sldChg chg="modSp">
        <pc:chgData name="Sai Krishna Srikanth" userId="S::saikrishna.srikanth2021@vitstudent.ac.in::f3a2489a-58fb-4c44-813a-0fc20d931c54" providerId="AD" clId="Web-{DEEC227F-51D4-7C4B-2EF5-D548B08BEACA}" dt="2024-08-14T10:12:08.398" v="7" actId="1076"/>
        <pc:sldMkLst>
          <pc:docMk/>
          <pc:sldMk cId="696622711" sldId="296"/>
        </pc:sldMkLst>
        <pc:picChg chg="mod">
          <ac:chgData name="Sai Krishna Srikanth" userId="S::saikrishna.srikanth2021@vitstudent.ac.in::f3a2489a-58fb-4c44-813a-0fc20d931c54" providerId="AD" clId="Web-{DEEC227F-51D4-7C4B-2EF5-D548B08BEACA}" dt="2024-08-14T10:12:08.398" v="7" actId="1076"/>
          <ac:picMkLst>
            <pc:docMk/>
            <pc:sldMk cId="696622711" sldId="296"/>
            <ac:picMk id="3" creationId="{00000000-0000-0000-0000-000000000000}"/>
          </ac:picMkLst>
        </pc:picChg>
      </pc:sldChg>
    </pc:docChg>
  </pc:docChgLst>
  <pc:docChgLst>
    <pc:chgData name="Raviramanan V" userId="S::raviramanan.v2021@vitstudent.ac.in::b40ecaee-5a19-4192-b125-88bd53d45518" providerId="AD" clId="Web-{6869D698-7D0B-41C0-A118-90A67928C19C}"/>
    <pc:docChg chg="modSld">
      <pc:chgData name="Raviramanan V" userId="S::raviramanan.v2021@vitstudent.ac.in::b40ecaee-5a19-4192-b125-88bd53d45518" providerId="AD" clId="Web-{6869D698-7D0B-41C0-A118-90A67928C19C}" dt="2024-09-25T09:09:28.654" v="1" actId="1076"/>
      <pc:docMkLst>
        <pc:docMk/>
      </pc:docMkLst>
      <pc:sldChg chg="modSp">
        <pc:chgData name="Raviramanan V" userId="S::raviramanan.v2021@vitstudent.ac.in::b40ecaee-5a19-4192-b125-88bd53d45518" providerId="AD" clId="Web-{6869D698-7D0B-41C0-A118-90A67928C19C}" dt="2024-09-25T09:09:28.654" v="1" actId="1076"/>
        <pc:sldMkLst>
          <pc:docMk/>
          <pc:sldMk cId="696622711" sldId="296"/>
        </pc:sldMkLst>
        <pc:picChg chg="mod">
          <ac:chgData name="Raviramanan V" userId="S::raviramanan.v2021@vitstudent.ac.in::b40ecaee-5a19-4192-b125-88bd53d45518" providerId="AD" clId="Web-{6869D698-7D0B-41C0-A118-90A67928C19C}" dt="2024-09-25T09:09:28.654" v="1" actId="1076"/>
          <ac:picMkLst>
            <pc:docMk/>
            <pc:sldMk cId="696622711" sldId="296"/>
            <ac:picMk id="3" creationId="{00000000-0000-0000-0000-000000000000}"/>
          </ac:picMkLst>
        </pc:picChg>
      </pc:sldChg>
    </pc:docChg>
  </pc:docChgLst>
  <pc:docChgLst>
    <pc:chgData name="Sai Krishna Srikanth" userId="S::saikrishna.srikanth2021@vitstudent.ac.in::f3a2489a-58fb-4c44-813a-0fc20d931c54" providerId="AD" clId="Web-{AD9C668D-EF5F-20B8-3982-242B32507C0D}"/>
    <pc:docChg chg="modSld">
      <pc:chgData name="Sai Krishna Srikanth" userId="S::saikrishna.srikanth2021@vitstudent.ac.in::f3a2489a-58fb-4c44-813a-0fc20d931c54" providerId="AD" clId="Web-{AD9C668D-EF5F-20B8-3982-242B32507C0D}" dt="2024-08-20T17:18:56.726" v="0" actId="1076"/>
      <pc:docMkLst>
        <pc:docMk/>
      </pc:docMkLst>
      <pc:sldChg chg="modSp">
        <pc:chgData name="Sai Krishna Srikanth" userId="S::saikrishna.srikanth2021@vitstudent.ac.in::f3a2489a-58fb-4c44-813a-0fc20d931c54" providerId="AD" clId="Web-{AD9C668D-EF5F-20B8-3982-242B32507C0D}" dt="2024-08-20T17:18:56.726" v="0" actId="1076"/>
        <pc:sldMkLst>
          <pc:docMk/>
          <pc:sldMk cId="696622711" sldId="296"/>
        </pc:sldMkLst>
        <pc:picChg chg="mod">
          <ac:chgData name="Sai Krishna Srikanth" userId="S::saikrishna.srikanth2021@vitstudent.ac.in::f3a2489a-58fb-4c44-813a-0fc20d931c54" providerId="AD" clId="Web-{AD9C668D-EF5F-20B8-3982-242B32507C0D}" dt="2024-08-20T17:18:56.726" v="0" actId="1076"/>
          <ac:picMkLst>
            <pc:docMk/>
            <pc:sldMk cId="696622711" sldId="296"/>
            <ac:picMk id="3" creationId="{00000000-0000-0000-0000-000000000000}"/>
          </ac:picMkLst>
        </pc:picChg>
      </pc:sldChg>
    </pc:docChg>
  </pc:docChgLst>
  <pc:docChgLst>
    <pc:chgData name="Purvaja N" userId="S::purvaja.n2021@vitstudent.ac.in::cf1caf22-5293-4e5b-8206-2835c9ae59aa" providerId="AD" clId="Web-{C537FA98-EDD7-4F69-83FB-9E6F41945217}"/>
    <pc:docChg chg="modSld">
      <pc:chgData name="Purvaja N" userId="S::purvaja.n2021@vitstudent.ac.in::cf1caf22-5293-4e5b-8206-2835c9ae59aa" providerId="AD" clId="Web-{C537FA98-EDD7-4F69-83FB-9E6F41945217}" dt="2024-11-17T15:48:56.128" v="0" actId="1076"/>
      <pc:docMkLst>
        <pc:docMk/>
      </pc:docMkLst>
      <pc:sldChg chg="modSp">
        <pc:chgData name="Purvaja N" userId="S::purvaja.n2021@vitstudent.ac.in::cf1caf22-5293-4e5b-8206-2835c9ae59aa" providerId="AD" clId="Web-{C537FA98-EDD7-4F69-83FB-9E6F41945217}" dt="2024-11-17T15:48:56.128" v="0" actId="1076"/>
        <pc:sldMkLst>
          <pc:docMk/>
          <pc:sldMk cId="2338714057" sldId="260"/>
        </pc:sldMkLst>
        <pc:spChg chg="mod">
          <ac:chgData name="Purvaja N" userId="S::purvaja.n2021@vitstudent.ac.in::cf1caf22-5293-4e5b-8206-2835c9ae59aa" providerId="AD" clId="Web-{C537FA98-EDD7-4F69-83FB-9E6F41945217}" dt="2024-11-17T15:48:56.128" v="0" actId="1076"/>
          <ac:spMkLst>
            <pc:docMk/>
            <pc:sldMk cId="2338714057" sldId="260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9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9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40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208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6DE7D-5BF9-462A-88A8-AF83DF48CD51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io.keil.arm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6260" y="228598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692731" y="2456418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LAB-1</a:t>
            </a:r>
          </a:p>
          <a:p>
            <a:pPr algn="ctr"/>
            <a:r>
              <a:rPr 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Introduction to STM32 Nucleo-64 Board &amp; arm </a:t>
            </a:r>
            <a:r>
              <a:rPr lang="en-US" sz="4800" b="1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Keil</a:t>
            </a:r>
            <a:r>
              <a:rPr 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 Studio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731" y="1525720"/>
            <a:ext cx="1100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BECE403E-Embedded System Design Lab</a:t>
            </a:r>
          </a:p>
        </p:txBody>
      </p:sp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STM32 NUCLEO-64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28" y="899906"/>
            <a:ext cx="1159225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32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Nucleo Features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STM32L152RE ultra-low-power </a:t>
            </a:r>
            <a:r>
              <a:rPr lang="en-IN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ARM Cortex-M3 </a:t>
            </a:r>
            <a:r>
              <a:rPr lang="en-IN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based microcontroller</a:t>
            </a: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Two extension connectors: Arduino Uno and </a:t>
            </a:r>
            <a:r>
              <a:rPr lang="en-US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 </a:t>
            </a:r>
            <a:r>
              <a:rPr lang="en-US" sz="30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Morpho</a:t>
            </a:r>
            <a:endParaRPr lang="en-US" sz="3000">
              <a:solidFill>
                <a:srgbClr val="C00000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Embedded </a:t>
            </a:r>
            <a:r>
              <a:rPr lang="en-US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 –LINK</a:t>
            </a: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/V2-1 Debugger/Programmer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Flexible board power supply: </a:t>
            </a:r>
            <a:r>
              <a:rPr lang="en-US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3.3 V, 5 V, 7 - 12 V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User LED (</a:t>
            </a:r>
            <a:r>
              <a:rPr lang="en-IN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LD2</a:t>
            </a:r>
            <a:r>
              <a:rPr lang="en-IN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), Two push buttons: </a:t>
            </a:r>
            <a:r>
              <a:rPr lang="en-IN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USER and RESET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 Enabled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Interfaces supported on USB: Virtual COM port, Debug port, Mass storage (USB Disk drive) for </a:t>
            </a:r>
            <a:r>
              <a:rPr lang="en-US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drag 'n’ drop programming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6218" y="6587769"/>
            <a:ext cx="4052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316656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7" y="130792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Board Details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6982" y="6587769"/>
            <a:ext cx="4061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sp>
        <p:nvSpPr>
          <p:cNvPr id="2" name="Rectangle 1"/>
          <p:cNvSpPr/>
          <p:nvPr/>
        </p:nvSpPr>
        <p:spPr>
          <a:xfrm>
            <a:off x="1154807" y="6232294"/>
            <a:ext cx="98700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3333FF"/>
                </a:solidFill>
                <a:latin typeface="Century Gothic" panose="020B0502020202020204" pitchFamily="34" charset="0"/>
              </a:rPr>
              <a:t>Image credit: Zephyr Ref. URL : </a:t>
            </a:r>
            <a:r>
              <a:rPr lang="en-IN" sz="1400" b="1" u="sng">
                <a:solidFill>
                  <a:srgbClr val="3333FF"/>
                </a:solidFill>
                <a:latin typeface="Century Gothic" panose="020B0502020202020204" pitchFamily="34" charset="0"/>
              </a:rPr>
              <a:t>https://docs.zephyrproject.org/latest/boards/arm/nucleo_l152re/doc/index.html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33" y="761842"/>
            <a:ext cx="4427383" cy="522630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417" y="746512"/>
            <a:ext cx="4850891" cy="52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9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7" y="130792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Board Details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6982" y="6587769"/>
            <a:ext cx="4061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sp>
        <p:nvSpPr>
          <p:cNvPr id="2" name="Rectangle 1"/>
          <p:cNvSpPr/>
          <p:nvPr/>
        </p:nvSpPr>
        <p:spPr>
          <a:xfrm>
            <a:off x="1154807" y="6232294"/>
            <a:ext cx="98700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3333FF"/>
                </a:solidFill>
                <a:latin typeface="Century Gothic" panose="020B0502020202020204" pitchFamily="34" charset="0"/>
              </a:rPr>
              <a:t>Image credit: Zephyr Ref. URL : </a:t>
            </a:r>
            <a:r>
              <a:rPr lang="en-IN" sz="1400" b="1" u="sng">
                <a:solidFill>
                  <a:srgbClr val="3333FF"/>
                </a:solidFill>
                <a:latin typeface="Century Gothic" panose="020B0502020202020204" pitchFamily="34" charset="0"/>
              </a:rPr>
              <a:t>https://docs.zephyrproject.org/latest/boards/arm/nucleo_l152re/doc/index.html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029" y="746512"/>
            <a:ext cx="6592666" cy="52263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33" y="746512"/>
            <a:ext cx="4427383" cy="522630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7615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4" y="191524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Pin Details (Arduino Headers)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2050" name="Picture 2" descr="Nucleo STM32 L152RE : Serial communications | Mb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498" y="756829"/>
            <a:ext cx="7144738" cy="535855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875433" y="6190499"/>
            <a:ext cx="101890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3333FF"/>
                </a:solidFill>
                <a:latin typeface="Century Gothic" panose="020B0502020202020204" pitchFamily="34" charset="0"/>
              </a:rPr>
              <a:t>Image credit: arm MBED, Ref. URL : </a:t>
            </a:r>
            <a:r>
              <a:rPr lang="en-IN" sz="1400" b="1" u="sng">
                <a:solidFill>
                  <a:srgbClr val="3333FF"/>
                </a:solidFill>
                <a:latin typeface="Century Gothic" panose="020B0502020202020204" pitchFamily="34" charset="0"/>
              </a:rPr>
              <a:t>https://os.mbed.com/forum/electronics/topic/15346/?page=1#comment-52189</a:t>
            </a:r>
          </a:p>
        </p:txBody>
      </p:sp>
    </p:spTree>
    <p:extLst>
      <p:ext uri="{BB962C8B-B14F-4D97-AF65-F5344CB8AC3E}">
        <p14:creationId xmlns:p14="http://schemas.microsoft.com/office/powerpoint/2010/main" val="420730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4" y="191524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Pin Details (</a:t>
            </a:r>
            <a:r>
              <a:rPr lang="en-US" sz="2800" err="1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Morpho</a:t>
            </a: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Headers)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sp>
        <p:nvSpPr>
          <p:cNvPr id="2" name="Rectangle 1"/>
          <p:cNvSpPr/>
          <p:nvPr/>
        </p:nvSpPr>
        <p:spPr>
          <a:xfrm>
            <a:off x="875433" y="6213812"/>
            <a:ext cx="101890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3333FF"/>
                </a:solidFill>
                <a:latin typeface="Century Gothic" panose="020B0502020202020204" pitchFamily="34" charset="0"/>
              </a:rPr>
              <a:t>Image credit: arm MBED, Ref. URL : </a:t>
            </a:r>
            <a:r>
              <a:rPr lang="en-IN" sz="1400" b="1" u="sng">
                <a:solidFill>
                  <a:srgbClr val="3333FF"/>
                </a:solidFill>
                <a:latin typeface="Century Gothic" panose="020B0502020202020204" pitchFamily="34" charset="0"/>
              </a:rPr>
              <a:t>https://os.mbed.com/forum/electronics/topic/15346/?page=1#comment-52189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8" y="729847"/>
            <a:ext cx="7686756" cy="5383493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15" name="Group 14"/>
          <p:cNvGrpSpPr/>
          <p:nvPr/>
        </p:nvGrpSpPr>
        <p:grpSpPr>
          <a:xfrm>
            <a:off x="8653371" y="2121894"/>
            <a:ext cx="2906541" cy="3445237"/>
            <a:chOff x="8653371" y="2121894"/>
            <a:chExt cx="2906541" cy="344523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4061" y="2511005"/>
              <a:ext cx="2530059" cy="358171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4061" y="3890586"/>
              <a:ext cx="2895851" cy="167654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4061" y="2964265"/>
              <a:ext cx="2059357" cy="33798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53371" y="3397340"/>
              <a:ext cx="1905165" cy="38103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64061" y="2121894"/>
              <a:ext cx="2370025" cy="342930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9070655" y="1563131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rgbClr val="00B0F0"/>
                </a:solidFill>
                <a:latin typeface="Lato"/>
              </a:rPr>
              <a:t>Pins Legend</a:t>
            </a:r>
            <a:endParaRPr lang="en-IN" b="1" i="0">
              <a:solidFill>
                <a:srgbClr val="00B0F0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9662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4" y="191524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Pin Details (</a:t>
            </a:r>
            <a:r>
              <a:rPr lang="en-US" sz="2800" err="1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Morpho</a:t>
            </a: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Headers)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307283-02A6-47E0-3C83-26F8396D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398" y="714744"/>
            <a:ext cx="6466821" cy="576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37" y="2363245"/>
            <a:ext cx="4862118" cy="3933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928" y="955322"/>
            <a:ext cx="11592251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0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STM32L152RE Microcontroller Features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Package Type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LQFP64 (Low-profile Quad Flat Package)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Instruction set Architecture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RISC (Reduced Instruction Set Architecture)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Data bus size 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32-bit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Address bus size 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32-bit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Operating Frequency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32 MHz max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Operating Voltage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1.65 V to 3.6 V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Program memory (flash) 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512 KB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Data memory (SRAM) 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80 KB 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Data memory (EEPROM) 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16 KB 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Input/output ports 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51</a:t>
            </a:r>
            <a:r>
              <a:rPr lang="en-US" sz="1600" b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(Port A(16), B(16), C(16), D(1),H(2))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Timers 	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9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Interrupts 	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56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ADC modules (12-bit)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21 channels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PWM modules	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10</a:t>
            </a: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</a:t>
            </a:r>
          </a:p>
          <a:p>
            <a:pPr marL="360363" lvl="2" indent="-268288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3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Serial communication	: </a:t>
            </a:r>
            <a:r>
              <a:rPr lang="en-US" sz="23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SPI(8), USART(5), I2C(2)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STM32L152RE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7818" y="6587769"/>
            <a:ext cx="3950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395431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46251" y="130792"/>
            <a:ext cx="5562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STM32L152RE - Architecture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7818" y="6587769"/>
            <a:ext cx="3950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98" y="607155"/>
            <a:ext cx="4732430" cy="58450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422" y="1684309"/>
            <a:ext cx="4862118" cy="39338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67511" y="1093306"/>
            <a:ext cx="4684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STM32L152RE – Pin diagram</a:t>
            </a:r>
          </a:p>
        </p:txBody>
      </p:sp>
    </p:spTree>
    <p:extLst>
      <p:ext uri="{BB962C8B-B14F-4D97-AF65-F5344CB8AC3E}">
        <p14:creationId xmlns:p14="http://schemas.microsoft.com/office/powerpoint/2010/main" val="155802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</a:t>
            </a:r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Keil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Studio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85378"/>
            <a:ext cx="1159225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6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Cloud is the successor to the </a:t>
            </a:r>
            <a:r>
              <a:rPr lang="en-IN" sz="26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Online Compiler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, and allows you to develop </a:t>
            </a:r>
            <a:r>
              <a:rPr lang="en-IN" sz="26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2, </a:t>
            </a:r>
            <a:r>
              <a:rPr lang="en-IN" sz="26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OS 5 and 6 projects 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on supported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-enabled boards.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Free to use, browser-based IDE 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for the evaluation and development of embedded,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IoT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, and Machine Learning software for 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Cortex-M devices.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You can compile projects using 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Arm Compiler 6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, run the projects directly on supported development boards, and debug from supported browsers 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without the need to install any software.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You can access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Cloud using an 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Arm or </a:t>
            </a:r>
            <a:r>
              <a:rPr lang="en-IN" sz="26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6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account (use below link) 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and get started by opening a reference design to evaluate. </a:t>
            </a:r>
          </a:p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  <a:hlinkClick r:id="rId2"/>
              </a:rPr>
              <a:t>https://studio.keil.arm.com</a:t>
            </a:r>
            <a:endParaRPr lang="en-IN" sz="26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0" y="6587769"/>
            <a:ext cx="390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137700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6260" y="228598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692731" y="2434647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LAB-1</a:t>
            </a:r>
          </a:p>
          <a:p>
            <a:pPr algn="ctr"/>
            <a:r>
              <a:rPr lang="en-IN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Working with 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731" y="1525720"/>
            <a:ext cx="1100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9" name="Pentagon 8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6587769"/>
            <a:ext cx="4005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4169447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911418"/>
            <a:ext cx="11592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Blinking of LED on Board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to blink an on-board LED (LD2) of the STM32 Nucleo-64  board with 0.5s delay between ON and OFF state using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Cloud IDE.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244907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0" y="6587769"/>
            <a:ext cx="390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555" y="618837"/>
            <a:ext cx="10028521" cy="5796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684" y="117636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ARM </a:t>
            </a:r>
            <a:r>
              <a:rPr lang="en-US" sz="2800" err="1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Could IDE Demo for Blink LED</a:t>
            </a:r>
          </a:p>
        </p:txBody>
      </p:sp>
    </p:spTree>
    <p:extLst>
      <p:ext uri="{BB962C8B-B14F-4D97-AF65-F5344CB8AC3E}">
        <p14:creationId xmlns:p14="http://schemas.microsoft.com/office/powerpoint/2010/main" val="222244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</a:t>
            </a:r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Keil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Studio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28" y="997521"/>
            <a:ext cx="1159225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Procedure to create a </a:t>
            </a:r>
            <a:r>
              <a:rPr lang="en-IN" sz="32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32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example project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Go to ARM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</a:t>
            </a:r>
            <a:r>
              <a:rPr lang="en-IN" sz="2400">
                <a:solidFill>
                  <a:srgbClr val="3333FF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(https://studio.keil.arm.com/auth/login/)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and log in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Select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File </a:t>
            </a:r>
            <a:r>
              <a:rPr lang="en-IN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New </a:t>
            </a:r>
            <a:r>
              <a:rPr lang="en-IN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400" i="1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Project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Click the Example project drop-down list and select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“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mbed2-example-blinky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”</a:t>
            </a: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Project name field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,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provide the name of the new project and click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Add project</a:t>
            </a:r>
            <a:endParaRPr lang="en-IN" sz="2400" i="1">
              <a:solidFill>
                <a:schemeClr val="bg1"/>
              </a:solidFill>
              <a:latin typeface="Tw Cen MT" panose="020B0602020104020603" pitchFamily="34" charset="0"/>
              <a:cs typeface="Microsoft Tai Le" panose="020B0502040204020203" pitchFamily="34" charset="0"/>
            </a:endParaRP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Double click on the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“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main.cpp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”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file from the newly created project folder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Modify the code in the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editor window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as per the logic of your application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Check for any errors in the program under the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“Problems”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tab of the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panels window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If no errors,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connect the Nucleo Board to the computer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using Micro USB Cable</a:t>
            </a:r>
          </a:p>
          <a:p>
            <a:pPr marL="971550" lvl="1" indent="-51435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Click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Play icon      (Run project) 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to upload and start the code execution on the board.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0" y="6587769"/>
            <a:ext cx="390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945" y="5990676"/>
            <a:ext cx="388654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5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</a:t>
            </a:r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Keil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Studio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28" y="997521"/>
            <a:ext cx="1159225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Procedure (one-time) to connect Nucleo board to </a:t>
            </a:r>
            <a:r>
              <a:rPr lang="en-IN" sz="3000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IN" sz="3000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Cloud IDE 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In Side bar, under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Build target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drop-down list select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“NUCLEO-L152RE” 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Then, click on the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Connected device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option to open the Device Manager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Connect Nucleo Board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to the computer using Micro USB Cable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Click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Add Device button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and select device firmware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(</a:t>
            </a:r>
            <a:r>
              <a:rPr lang="en-IN" sz="2400" i="1" err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STLink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)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and then click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Connect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Nucleo board is now ready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to be used to run and debug a project</a:t>
            </a:r>
          </a:p>
          <a:p>
            <a:pPr marL="971550" lvl="1" indent="-514350" algn="just">
              <a:lnSpc>
                <a:spcPct val="200000"/>
              </a:lnSpc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After the first successful connection,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Keil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Studio </a:t>
            </a:r>
            <a:r>
              <a:rPr lang="en-IN" sz="2400" i="1">
                <a:solidFill>
                  <a:srgbClr val="C0000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automatically detects the hardware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0" y="6587769"/>
            <a:ext cx="390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291655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928" y="1059197"/>
            <a:ext cx="115922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API required: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200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DigitalOut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Identifier(</a:t>
            </a: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PinName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)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-  Used configure GPIO pin as digital output pin 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Identifier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: User defined name to access this digital pin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PinName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: Name of the pin as specified in the Nucleo board pin details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Examples: 	</a:t>
            </a: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DigitalOut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</a:t>
            </a: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myled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(LED1);  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//LED1 is an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onboard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LED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          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DigitalOut myA3(PC_0);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 //PC_0 is 0</a:t>
            </a:r>
            <a:r>
              <a:rPr lang="en-IN" sz="2400" baseline="300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pin of port C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operator= (</a:t>
            </a:r>
            <a:r>
              <a:rPr lang="en-IN" sz="24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int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value) -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used to set the digital output as 0 or 1. A shorthand for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write()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API.</a:t>
            </a:r>
          </a:p>
          <a:p>
            <a:pPr lvl="1"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Example: myA3=1;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//set the PC_0 digital output pin value as HIGH or 1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wait(s)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– Used to pauses the execution of a program for the amount of time (in seconds)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: Float value indicate the number of seconds to pause.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-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Example: 	wait(1.0);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//will pause the program for 1 second.</a:t>
            </a: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wait(0.5);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//will pause the program for 0.5 second</a:t>
            </a:r>
          </a:p>
        </p:txBody>
      </p:sp>
    </p:spTree>
    <p:extLst>
      <p:ext uri="{BB962C8B-B14F-4D97-AF65-F5344CB8AC3E}">
        <p14:creationId xmlns:p14="http://schemas.microsoft.com/office/powerpoint/2010/main" val="14113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35950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Program: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		</a:t>
            </a: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Output: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05" y="1839595"/>
            <a:ext cx="4185329" cy="40423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057" y="1797599"/>
            <a:ext cx="3158699" cy="401063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467273" y="3802914"/>
            <a:ext cx="554182" cy="50123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5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97735"/>
            <a:ext cx="115922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Blinking of 4 LEDs alternatively in pairs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to blink four LEDs in alternatively in pairs (1010 and 0101 pattern) with 0.5 Sec delay between each. Implement and verify this logic on the STM32 Nucleo-64  board using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Cloud IDE.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4764" y="6587769"/>
            <a:ext cx="391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</p:spTree>
    <p:extLst>
      <p:ext uri="{BB962C8B-B14F-4D97-AF65-F5344CB8AC3E}">
        <p14:creationId xmlns:p14="http://schemas.microsoft.com/office/powerpoint/2010/main" val="642880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923768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Program: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		</a:t>
            </a: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diagram: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2" y="1596004"/>
            <a:ext cx="2583003" cy="4997357"/>
          </a:xfrm>
          <a:prstGeom prst="rect">
            <a:avLst/>
          </a:prstGeom>
        </p:spPr>
      </p:pic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6D2604D8-F895-B81E-FC25-8633534D6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7"/>
          <a:stretch/>
        </p:blipFill>
        <p:spPr>
          <a:xfrm rot="16200000">
            <a:off x="6396428" y="1473081"/>
            <a:ext cx="4759848" cy="4707663"/>
          </a:xfrm>
        </p:spPr>
      </p:pic>
    </p:spTree>
    <p:extLst>
      <p:ext uri="{BB962C8B-B14F-4D97-AF65-F5344CB8AC3E}">
        <p14:creationId xmlns:p14="http://schemas.microsoft.com/office/powerpoint/2010/main" val="92518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00764" y="2396840"/>
            <a:ext cx="7419095" cy="1143000"/>
          </a:xfrm>
          <a:solidFill>
            <a:srgbClr val="00B0F0"/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b="1">
                <a:solidFill>
                  <a:schemeClr val="bg1"/>
                </a:solidFill>
                <a:latin typeface="Forte" pitchFamily="66" charset="0"/>
              </a:rPr>
              <a:t>THANK   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1379407">
            <a:off x="9132744" y="4466435"/>
            <a:ext cx="26320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by</a:t>
            </a:r>
          </a:p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 prakash  v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7848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4" descr="butterflybluex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3401" y="5170340"/>
            <a:ext cx="2152650" cy="1590675"/>
          </a:xfrm>
        </p:spPr>
      </p:pic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15 0.03796 C 0.07422 0.04398 0.21172 0.05046 0.2332 -0.03033 C 0.25456 -0.11111 0.05703 -0.33172 0.06563 -0.44653 C 0.075 -0.56135 0.17487 -0.68797 0.28724 -0.71968 C 0.4013 -0.75139 0.69622 -0.68241 0.74531 -0.63681 C 0.7944 -0.59121 0.61016 -0.47824 0.58307 -0.44653 " pathEditMode="relative" rAng="0" ptsTypes="aaaaaA">
                                      <p:cBhvr>
                                        <p:cTn id="1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00" y="-3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86&quot;&gt;&lt;property id=&quot;20148&quot; value=&quot;5&quot;/&gt;&lt;property id=&quot;20300&quot; value=&quot;Slide 11 - &amp;quot;THANK   YOU&amp;quot;&quot;/&gt;&lt;property id=&quot;20307&quot; value=&quot;259&quot;/&gt;&lt;/object&gt;&lt;object type=&quot;3&quot; unique_id=&quot;10213&quot;&gt;&lt;property id=&quot;20148&quot; value=&quot;5&quot;/&gt;&lt;property id=&quot;20300&quot; value=&quot;Slide 2&quot;/&gt;&lt;property id=&quot;20307&quot; value=&quot;260&quot;/&gt;&lt;/object&gt;&lt;object type=&quot;3&quot; unique_id=&quot;10451&quot;&gt;&lt;property id=&quot;20148&quot; value=&quot;5&quot;/&gt;&lt;property id=&quot;20300&quot; value=&quot;Slide 3&quot;/&gt;&lt;property id=&quot;20307&quot; value=&quot;267&quot;/&gt;&lt;/object&gt;&lt;object type=&quot;3&quot; unique_id=&quot;10717&quot;&gt;&lt;property id=&quot;20148&quot; value=&quot;5&quot;/&gt;&lt;property id=&quot;20300&quot; value=&quot;Slide 4&quot;/&gt;&lt;property id=&quot;20307&quot; value=&quot;268&quot;/&gt;&lt;/object&gt;&lt;object type=&quot;3&quot; unique_id=&quot;10718&quot;&gt;&lt;property id=&quot;20148&quot; value=&quot;5&quot;/&gt;&lt;property id=&quot;20300&quot; value=&quot;Slide 5&quot;/&gt;&lt;property id=&quot;20307&quot; value=&quot;269&quot;/&gt;&lt;/object&gt;&lt;object type=&quot;3&quot; unique_id=&quot;10719&quot;&gt;&lt;property id=&quot;20148&quot; value=&quot;5&quot;/&gt;&lt;property id=&quot;20300&quot; value=&quot;Slide 6&quot;/&gt;&lt;property id=&quot;20307&quot; value=&quot;270&quot;/&gt;&lt;/object&gt;&lt;object type=&quot;3&quot; unique_id=&quot;10788&quot;&gt;&lt;property id=&quot;20148&quot; value=&quot;5&quot;/&gt;&lt;property id=&quot;20300&quot; value=&quot;Slide 7&quot;/&gt;&lt;property id=&quot;20307&quot; value=&quot;271&quot;/&gt;&lt;/object&gt;&lt;object type=&quot;3&quot; unique_id=&quot;10819&quot;&gt;&lt;property id=&quot;20148&quot; value=&quot;5&quot;/&gt;&lt;property id=&quot;20300&quot; value=&quot;Slide 8&quot;/&gt;&lt;property id=&quot;20307&quot; value=&quot;272&quot;/&gt;&lt;/object&gt;&lt;object type=&quot;3&quot; unique_id=&quot;10875&quot;&gt;&lt;property id=&quot;20148&quot; value=&quot;5&quot;/&gt;&lt;property id=&quot;20300&quot; value=&quot;Slide 9&quot;/&gt;&lt;property id=&quot;20307&quot; value=&quot;273&quot;/&gt;&lt;/object&gt;&lt;object type=&quot;3&quot; unique_id=&quot;10912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30828B62F68548B536606B169F73C7" ma:contentTypeVersion="4" ma:contentTypeDescription="Create a new document." ma:contentTypeScope="" ma:versionID="e81a1a7dd6fade02954d078aa3427748">
  <xsd:schema xmlns:xsd="http://www.w3.org/2001/XMLSchema" xmlns:xs="http://www.w3.org/2001/XMLSchema" xmlns:p="http://schemas.microsoft.com/office/2006/metadata/properties" xmlns:ns2="f8b3528e-c29d-4111-b526-c93a7a094c4f" targetNamespace="http://schemas.microsoft.com/office/2006/metadata/properties" ma:root="true" ma:fieldsID="09227fdc07b02cec8d2dcb19b26e5d97" ns2:_="">
    <xsd:import namespace="f8b3528e-c29d-4111-b526-c93a7a094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528e-c29d-4111-b526-c93a7a094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FB4EC9-93DA-4AF0-B963-E593ACD063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19B728-7FC2-4CBB-AB47-27449359D723}">
  <ds:schemaRefs>
    <ds:schemaRef ds:uri="f8b3528e-c29d-4111-b526-c93a7a094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TC103457452[[fn=Celestial]]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FPGA Based Flexible Autopilot Platform for Unmanned Systems</dc:title>
  <dc:creator>Naveen Raja N</dc:creator>
  <cp:revision>9</cp:revision>
  <dcterms:created xsi:type="dcterms:W3CDTF">2013-10-21T17:01:43Z</dcterms:created>
  <dcterms:modified xsi:type="dcterms:W3CDTF">2024-11-18T16:10:53Z</dcterms:modified>
</cp:coreProperties>
</file>