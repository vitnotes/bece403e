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3"/>
  </p:sldMasterIdLst>
  <p:sldIdLst>
    <p:sldId id="286" r:id="rId4"/>
    <p:sldId id="337" r:id="rId5"/>
    <p:sldId id="338" r:id="rId6"/>
    <p:sldId id="296" r:id="rId7"/>
    <p:sldId id="344" r:id="rId8"/>
    <p:sldId id="340" r:id="rId9"/>
    <p:sldId id="339" r:id="rId10"/>
    <p:sldId id="341" r:id="rId11"/>
    <p:sldId id="313" r:id="rId12"/>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663300"/>
    <a:srgbClr val="FF9900"/>
    <a:srgbClr val="04DA18"/>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FE31CF-A712-7241-487A-D544294593AB}" v="6" dt="2024-09-11T10:39:57.904"/>
    <p1510:client id="{3251477E-68D5-4FF2-A1B5-03C67BEA577F}" v="1" dt="2024-09-11T11:33:05.208"/>
    <p1510:client id="{3A5E290F-8461-F357-C46E-CB785B259955}" v="2" dt="2024-09-11T17:39:02.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19"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shwar" userId="S::heshwar.2021@vitstudent.ac.in::668b571b-2051-47c4-8396-181c54bb79fe" providerId="AD" clId="Web-{08FE31CF-A712-7241-487A-D544294593AB}"/>
    <pc:docChg chg="modSld">
      <pc:chgData name="Heshwar" userId="S::heshwar.2021@vitstudent.ac.in::668b571b-2051-47c4-8396-181c54bb79fe" providerId="AD" clId="Web-{08FE31CF-A712-7241-487A-D544294593AB}" dt="2024-09-11T10:39:57.904" v="5" actId="1076"/>
      <pc:docMkLst>
        <pc:docMk/>
      </pc:docMkLst>
      <pc:sldChg chg="modSp">
        <pc:chgData name="Heshwar" userId="S::heshwar.2021@vitstudent.ac.in::668b571b-2051-47c4-8396-181c54bb79fe" providerId="AD" clId="Web-{08FE31CF-A712-7241-487A-D544294593AB}" dt="2024-09-11T10:39:57.904" v="5" actId="1076"/>
        <pc:sldMkLst>
          <pc:docMk/>
          <pc:sldMk cId="1706030059" sldId="341"/>
        </pc:sldMkLst>
        <pc:picChg chg="mod">
          <ac:chgData name="Heshwar" userId="S::heshwar.2021@vitstudent.ac.in::668b571b-2051-47c4-8396-181c54bb79fe" providerId="AD" clId="Web-{08FE31CF-A712-7241-487A-D544294593AB}" dt="2024-09-11T10:39:57.904" v="5" actId="1076"/>
          <ac:picMkLst>
            <pc:docMk/>
            <pc:sldMk cId="1706030059" sldId="341"/>
            <ac:picMk id="3" creationId="{00000000-0000-0000-0000-000000000000}"/>
          </ac:picMkLst>
        </pc:picChg>
      </pc:sldChg>
    </pc:docChg>
  </pc:docChgLst>
  <pc:docChgLst>
    <pc:chgData name="Jaynithi M" userId="S::jaynithi.m2021@vitstudent.ac.in::2a78ba5c-37d9-4d63-b27a-317425fe8f2a" providerId="AD" clId="Web-{7478DB7C-69A7-6E1F-D1C6-8340723E5FC6}"/>
    <pc:docChg chg="delSld">
      <pc:chgData name="Jaynithi M" userId="S::jaynithi.m2021@vitstudent.ac.in::2a78ba5c-37d9-4d63-b27a-317425fe8f2a" providerId="AD" clId="Web-{7478DB7C-69A7-6E1F-D1C6-8340723E5FC6}" dt="2024-08-21T09:18:48.952" v="0"/>
      <pc:docMkLst>
        <pc:docMk/>
      </pc:docMkLst>
      <pc:sldChg chg="del">
        <pc:chgData name="Jaynithi M" userId="S::jaynithi.m2021@vitstudent.ac.in::2a78ba5c-37d9-4d63-b27a-317425fe8f2a" providerId="AD" clId="Web-{7478DB7C-69A7-6E1F-D1C6-8340723E5FC6}" dt="2024-08-21T09:18:48.952" v="0"/>
        <pc:sldMkLst>
          <pc:docMk/>
          <pc:sldMk cId="4169447181" sldId="283"/>
        </pc:sldMkLst>
      </pc:sldChg>
    </pc:docChg>
  </pc:docChgLst>
  <pc:docChgLst>
    <pc:chgData name="Manoj kumar Rajagopal" userId="bd51e952637bcf16" providerId="LiveId" clId="{76297A06-54FE-4638-9C6C-25275968BA8E}"/>
    <pc:docChg chg="undo custSel addSld modSld sldOrd">
      <pc:chgData name="Manoj kumar Rajagopal" userId="bd51e952637bcf16" providerId="LiveId" clId="{76297A06-54FE-4638-9C6C-25275968BA8E}" dt="2024-02-07T04:48:11.228" v="124" actId="20577"/>
      <pc:docMkLst>
        <pc:docMk/>
      </pc:docMkLst>
      <pc:sldChg chg="modSp mod">
        <pc:chgData name="Manoj kumar Rajagopal" userId="bd51e952637bcf16" providerId="LiveId" clId="{76297A06-54FE-4638-9C6C-25275968BA8E}" dt="2024-02-07T04:48:11.228" v="124" actId="20577"/>
        <pc:sldMkLst>
          <pc:docMk/>
          <pc:sldMk cId="4169447181" sldId="283"/>
        </pc:sldMkLst>
        <pc:spChg chg="mod">
          <ac:chgData name="Manoj kumar Rajagopal" userId="bd51e952637bcf16" providerId="LiveId" clId="{76297A06-54FE-4638-9C6C-25275968BA8E}" dt="2024-02-07T04:48:11.228" v="124" actId="20577"/>
          <ac:spMkLst>
            <pc:docMk/>
            <pc:sldMk cId="4169447181" sldId="283"/>
            <ac:spMk id="13" creationId="{00000000-0000-0000-0000-000000000000}"/>
          </ac:spMkLst>
        </pc:spChg>
      </pc:sldChg>
      <pc:sldChg chg="modSp mod">
        <pc:chgData name="Manoj kumar Rajagopal" userId="bd51e952637bcf16" providerId="LiveId" clId="{76297A06-54FE-4638-9C6C-25275968BA8E}" dt="2024-02-07T03:24:05.705" v="80" actId="20577"/>
        <pc:sldMkLst>
          <pc:docMk/>
          <pc:sldMk cId="2626413179" sldId="296"/>
        </pc:sldMkLst>
        <pc:spChg chg="mod">
          <ac:chgData name="Manoj kumar Rajagopal" userId="bd51e952637bcf16" providerId="LiveId" clId="{76297A06-54FE-4638-9C6C-25275968BA8E}" dt="2024-02-07T03:24:05.705" v="80" actId="20577"/>
          <ac:spMkLst>
            <pc:docMk/>
            <pc:sldMk cId="2626413179" sldId="296"/>
            <ac:spMk id="8" creationId="{00000000-0000-0000-0000-000000000000}"/>
          </ac:spMkLst>
        </pc:spChg>
      </pc:sldChg>
      <pc:sldChg chg="modSp mod">
        <pc:chgData name="Manoj kumar Rajagopal" userId="bd51e952637bcf16" providerId="LiveId" clId="{76297A06-54FE-4638-9C6C-25275968BA8E}" dt="2024-02-07T04:47:26.075" v="122" actId="20577"/>
        <pc:sldMkLst>
          <pc:docMk/>
          <pc:sldMk cId="3551665391" sldId="313"/>
        </pc:sldMkLst>
        <pc:spChg chg="mod">
          <ac:chgData name="Manoj kumar Rajagopal" userId="bd51e952637bcf16" providerId="LiveId" clId="{76297A06-54FE-4638-9C6C-25275968BA8E}" dt="2024-02-07T04:47:26.075" v="122" actId="20577"/>
          <ac:spMkLst>
            <pc:docMk/>
            <pc:sldMk cId="3551665391" sldId="313"/>
            <ac:spMk id="8" creationId="{00000000-0000-0000-0000-000000000000}"/>
          </ac:spMkLst>
        </pc:spChg>
      </pc:sldChg>
      <pc:sldChg chg="mod modShow">
        <pc:chgData name="Manoj kumar Rajagopal" userId="bd51e952637bcf16" providerId="LiveId" clId="{76297A06-54FE-4638-9C6C-25275968BA8E}" dt="2024-02-07T03:43:27.817" v="91" actId="729"/>
        <pc:sldMkLst>
          <pc:docMk/>
          <pc:sldMk cId="1404600445" sldId="322"/>
        </pc:sldMkLst>
      </pc:sldChg>
      <pc:sldChg chg="modSp">
        <pc:chgData name="Manoj kumar Rajagopal" userId="bd51e952637bcf16" providerId="LiveId" clId="{76297A06-54FE-4638-9C6C-25275968BA8E}" dt="2024-02-07T03:22:49.080" v="65" actId="14826"/>
        <pc:sldMkLst>
          <pc:docMk/>
          <pc:sldMk cId="1833197752" sldId="338"/>
        </pc:sldMkLst>
        <pc:picChg chg="mod">
          <ac:chgData name="Manoj kumar Rajagopal" userId="bd51e952637bcf16" providerId="LiveId" clId="{76297A06-54FE-4638-9C6C-25275968BA8E}" dt="2024-02-07T03:22:49.080" v="65" actId="14826"/>
          <ac:picMkLst>
            <pc:docMk/>
            <pc:sldMk cId="1833197752" sldId="338"/>
            <ac:picMk id="2" creationId="{00000000-0000-0000-0000-000000000000}"/>
          </ac:picMkLst>
        </pc:picChg>
      </pc:sldChg>
      <pc:sldChg chg="modSp mod">
        <pc:chgData name="Manoj kumar Rajagopal" userId="bd51e952637bcf16" providerId="LiveId" clId="{76297A06-54FE-4638-9C6C-25275968BA8E}" dt="2024-02-07T03:24:13.145" v="89" actId="20577"/>
        <pc:sldMkLst>
          <pc:docMk/>
          <pc:sldMk cId="382075943" sldId="339"/>
        </pc:sldMkLst>
        <pc:spChg chg="mod">
          <ac:chgData name="Manoj kumar Rajagopal" userId="bd51e952637bcf16" providerId="LiveId" clId="{76297A06-54FE-4638-9C6C-25275968BA8E}" dt="2024-02-06T12:59:10.390" v="1" actId="20577"/>
          <ac:spMkLst>
            <pc:docMk/>
            <pc:sldMk cId="382075943" sldId="339"/>
            <ac:spMk id="5" creationId="{00000000-0000-0000-0000-000000000000}"/>
          </ac:spMkLst>
        </pc:spChg>
        <pc:spChg chg="mod">
          <ac:chgData name="Manoj kumar Rajagopal" userId="bd51e952637bcf16" providerId="LiveId" clId="{76297A06-54FE-4638-9C6C-25275968BA8E}" dt="2024-02-07T03:24:13.145" v="89" actId="20577"/>
          <ac:spMkLst>
            <pc:docMk/>
            <pc:sldMk cId="382075943" sldId="339"/>
            <ac:spMk id="8" creationId="{00000000-0000-0000-0000-000000000000}"/>
          </ac:spMkLst>
        </pc:spChg>
      </pc:sldChg>
      <pc:sldChg chg="modSp mod">
        <pc:chgData name="Manoj kumar Rajagopal" userId="bd51e952637bcf16" providerId="LiveId" clId="{76297A06-54FE-4638-9C6C-25275968BA8E}" dt="2024-02-06T12:59:14.544" v="3" actId="20577"/>
        <pc:sldMkLst>
          <pc:docMk/>
          <pc:sldMk cId="1706030059" sldId="341"/>
        </pc:sldMkLst>
        <pc:spChg chg="mod">
          <ac:chgData name="Manoj kumar Rajagopal" userId="bd51e952637bcf16" providerId="LiveId" clId="{76297A06-54FE-4638-9C6C-25275968BA8E}" dt="2024-02-06T12:59:14.544" v="3" actId="20577"/>
          <ac:spMkLst>
            <pc:docMk/>
            <pc:sldMk cId="1706030059" sldId="341"/>
            <ac:spMk id="5" creationId="{00000000-0000-0000-0000-000000000000}"/>
          </ac:spMkLst>
        </pc:spChg>
      </pc:sldChg>
      <pc:sldChg chg="modSp add mod ord modShow">
        <pc:chgData name="Manoj kumar Rajagopal" userId="bd51e952637bcf16" providerId="LiveId" clId="{76297A06-54FE-4638-9C6C-25275968BA8E}" dt="2024-02-07T04:27:27.513" v="101" actId="729"/>
        <pc:sldMkLst>
          <pc:docMk/>
          <pc:sldMk cId="1224988382" sldId="342"/>
        </pc:sldMkLst>
        <pc:spChg chg="mod">
          <ac:chgData name="Manoj kumar Rajagopal" userId="bd51e952637bcf16" providerId="LiveId" clId="{76297A06-54FE-4638-9C6C-25275968BA8E}" dt="2024-02-06T12:59:25.450" v="8" actId="20577"/>
          <ac:spMkLst>
            <pc:docMk/>
            <pc:sldMk cId="1224988382" sldId="342"/>
            <ac:spMk id="5" creationId="{B266CBF2-FC37-DF04-2DD7-418D1BDE5DBE}"/>
          </ac:spMkLst>
        </pc:spChg>
        <pc:spChg chg="mod">
          <ac:chgData name="Manoj kumar Rajagopal" userId="bd51e952637bcf16" providerId="LiveId" clId="{76297A06-54FE-4638-9C6C-25275968BA8E}" dt="2024-02-06T13:00:34.060" v="59" actId="20577"/>
          <ac:spMkLst>
            <pc:docMk/>
            <pc:sldMk cId="1224988382" sldId="342"/>
            <ac:spMk id="8" creationId="{FB896C4F-B5EC-3FF8-DF63-7EA31230EDDA}"/>
          </ac:spMkLst>
        </pc:spChg>
      </pc:sldChg>
      <pc:sldChg chg="modSp add mod ord modShow">
        <pc:chgData name="Manoj kumar Rajagopal" userId="bd51e952637bcf16" providerId="LiveId" clId="{76297A06-54FE-4638-9C6C-25275968BA8E}" dt="2024-02-07T04:27:30.923" v="102" actId="729"/>
        <pc:sldMkLst>
          <pc:docMk/>
          <pc:sldMk cId="299751296" sldId="343"/>
        </pc:sldMkLst>
        <pc:spChg chg="mod">
          <ac:chgData name="Manoj kumar Rajagopal" userId="bd51e952637bcf16" providerId="LiveId" clId="{76297A06-54FE-4638-9C6C-25275968BA8E}" dt="2024-02-06T13:00:53.573" v="64" actId="20577"/>
          <ac:spMkLst>
            <pc:docMk/>
            <pc:sldMk cId="299751296" sldId="343"/>
            <ac:spMk id="5" creationId="{FFDFABDE-D844-81AE-24FE-9DD4780BE064}"/>
          </ac:spMkLst>
        </pc:spChg>
      </pc:sldChg>
      <pc:sldChg chg="addSp delSp modSp add mod">
        <pc:chgData name="Manoj kumar Rajagopal" userId="bd51e952637bcf16" providerId="LiveId" clId="{76297A06-54FE-4638-9C6C-25275968BA8E}" dt="2024-02-07T03:44:14.889" v="100" actId="1076"/>
        <pc:sldMkLst>
          <pc:docMk/>
          <pc:sldMk cId="216061430" sldId="344"/>
        </pc:sldMkLst>
        <pc:spChg chg="add mod">
          <ac:chgData name="Manoj kumar Rajagopal" userId="bd51e952637bcf16" providerId="LiveId" clId="{76297A06-54FE-4638-9C6C-25275968BA8E}" dt="2024-02-07T03:44:14.889" v="100" actId="1076"/>
          <ac:spMkLst>
            <pc:docMk/>
            <pc:sldMk cId="216061430" sldId="344"/>
            <ac:spMk id="3" creationId="{03A7C1B4-AA25-FB66-D4D5-06172038C92C}"/>
          </ac:spMkLst>
        </pc:spChg>
        <pc:spChg chg="mod">
          <ac:chgData name="Manoj kumar Rajagopal" userId="bd51e952637bcf16" providerId="LiveId" clId="{76297A06-54FE-4638-9C6C-25275968BA8E}" dt="2024-02-07T03:43:54.890" v="94" actId="14100"/>
          <ac:spMkLst>
            <pc:docMk/>
            <pc:sldMk cId="216061430" sldId="344"/>
            <ac:spMk id="5" creationId="{CD096CED-CD91-3867-E4FA-7A78C90ADEE9}"/>
          </ac:spMkLst>
        </pc:spChg>
        <pc:spChg chg="mod">
          <ac:chgData name="Manoj kumar Rajagopal" userId="bd51e952637bcf16" providerId="LiveId" clId="{76297A06-54FE-4638-9C6C-25275968BA8E}" dt="2024-02-07T03:44:04.332" v="97" actId="1076"/>
          <ac:spMkLst>
            <pc:docMk/>
            <pc:sldMk cId="216061430" sldId="344"/>
            <ac:spMk id="8" creationId="{2D23C784-6EF8-2C15-1D05-A1DD82EEF13D}"/>
          </ac:spMkLst>
        </pc:spChg>
        <pc:spChg chg="mod">
          <ac:chgData name="Manoj kumar Rajagopal" userId="bd51e952637bcf16" providerId="LiveId" clId="{76297A06-54FE-4638-9C6C-25275968BA8E}" dt="2024-02-07T03:44:08.327" v="99" actId="1076"/>
          <ac:spMkLst>
            <pc:docMk/>
            <pc:sldMk cId="216061430" sldId="344"/>
            <ac:spMk id="10" creationId="{ACAC6B4D-C3A7-1DEE-DC3C-951959C51626}"/>
          </ac:spMkLst>
        </pc:spChg>
        <pc:picChg chg="del">
          <ac:chgData name="Manoj kumar Rajagopal" userId="bd51e952637bcf16" providerId="LiveId" clId="{76297A06-54FE-4638-9C6C-25275968BA8E}" dt="2024-02-07T03:43:30.125" v="92" actId="478"/>
          <ac:picMkLst>
            <pc:docMk/>
            <pc:sldMk cId="216061430" sldId="344"/>
            <ac:picMk id="4" creationId="{155FE371-7DF8-464E-E86C-CEE74498A817}"/>
          </ac:picMkLst>
        </pc:picChg>
      </pc:sldChg>
    </pc:docChg>
  </pc:docChgLst>
  <pc:docChgLst>
    <pc:chgData name="Swetha G" userId="S::swetha.g2021@vitstudent.ac.in::7d0e1a2e-eeff-4a72-8f10-59ffb7b68d1f" providerId="AD" clId="Web-{3A5E290F-8461-F357-C46E-CB785B259955}"/>
    <pc:docChg chg="modSld">
      <pc:chgData name="Swetha G" userId="S::swetha.g2021@vitstudent.ac.in::7d0e1a2e-eeff-4a72-8f10-59ffb7b68d1f" providerId="AD" clId="Web-{3A5E290F-8461-F357-C46E-CB785B259955}" dt="2024-09-11T17:39:02.832" v="1" actId="1076"/>
      <pc:docMkLst>
        <pc:docMk/>
      </pc:docMkLst>
      <pc:sldChg chg="modSp">
        <pc:chgData name="Swetha G" userId="S::swetha.g2021@vitstudent.ac.in::7d0e1a2e-eeff-4a72-8f10-59ffb7b68d1f" providerId="AD" clId="Web-{3A5E290F-8461-F357-C46E-CB785B259955}" dt="2024-09-11T17:39:02.832" v="1" actId="1076"/>
        <pc:sldMkLst>
          <pc:docMk/>
          <pc:sldMk cId="1706030059" sldId="341"/>
        </pc:sldMkLst>
        <pc:picChg chg="mod">
          <ac:chgData name="Swetha G" userId="S::swetha.g2021@vitstudent.ac.in::7d0e1a2e-eeff-4a72-8f10-59ffb7b68d1f" providerId="AD" clId="Web-{3A5E290F-8461-F357-C46E-CB785B259955}" dt="2024-09-11T17:39:02.832" v="1" actId="1076"/>
          <ac:picMkLst>
            <pc:docMk/>
            <pc:sldMk cId="1706030059" sldId="341"/>
            <ac:picMk id="2" creationId="{00000000-0000-0000-0000-000000000000}"/>
          </ac:picMkLst>
        </pc:picChg>
      </pc:sldChg>
    </pc:docChg>
  </pc:docChgLst>
  <pc:docChgLst>
    <pc:chgData name="Dev Ravindra Munvar" userId="S::devravindra.munvar2021@vitstudent.ac.in::6826a94c-98c1-4146-b06e-5b35816dee4d" providerId="AD" clId="Web-{98066035-1B65-7EE5-0784-D6626A5616DB}"/>
    <pc:docChg chg="modSld">
      <pc:chgData name="Dev Ravindra Munvar" userId="S::devravindra.munvar2021@vitstudent.ac.in::6826a94c-98c1-4146-b06e-5b35816dee4d" providerId="AD" clId="Web-{98066035-1B65-7EE5-0784-D6626A5616DB}" dt="2024-08-21T07:10:40.141" v="1" actId="1076"/>
      <pc:docMkLst>
        <pc:docMk/>
      </pc:docMkLst>
      <pc:sldChg chg="modSp">
        <pc:chgData name="Dev Ravindra Munvar" userId="S::devravindra.munvar2021@vitstudent.ac.in::6826a94c-98c1-4146-b06e-5b35816dee4d" providerId="AD" clId="Web-{98066035-1B65-7EE5-0784-D6626A5616DB}" dt="2024-08-21T07:10:40.141" v="1" actId="1076"/>
        <pc:sldMkLst>
          <pc:docMk/>
          <pc:sldMk cId="216061430" sldId="344"/>
        </pc:sldMkLst>
        <pc:spChg chg="mod">
          <ac:chgData name="Dev Ravindra Munvar" userId="S::devravindra.munvar2021@vitstudent.ac.in::6826a94c-98c1-4146-b06e-5b35816dee4d" providerId="AD" clId="Web-{98066035-1B65-7EE5-0784-D6626A5616DB}" dt="2024-08-21T07:10:40.141" v="1" actId="1076"/>
          <ac:spMkLst>
            <pc:docMk/>
            <pc:sldMk cId="216061430" sldId="344"/>
            <ac:spMk id="3" creationId="{03A7C1B4-AA25-FB66-D4D5-06172038C92C}"/>
          </ac:spMkLst>
        </pc:spChg>
      </pc:sldChg>
    </pc:docChg>
  </pc:docChgLst>
  <pc:docChgLst>
    <pc:chgData name="Shreyantha Raam" userId="S::shreyantha.raam2021@vitstudent.ac.in::3c6fb664-983d-4054-9368-a5bc57a0ff0a" providerId="AD" clId="Web-{C5FA1FE4-F0D0-7A6E-3208-D3B060A5772B}"/>
    <pc:docChg chg="modSld">
      <pc:chgData name="Shreyantha Raam" userId="S::shreyantha.raam2021@vitstudent.ac.in::3c6fb664-983d-4054-9368-a5bc57a0ff0a" providerId="AD" clId="Web-{C5FA1FE4-F0D0-7A6E-3208-D3B060A5772B}" dt="2024-08-21T08:25:30.569" v="1" actId="1076"/>
      <pc:docMkLst>
        <pc:docMk/>
      </pc:docMkLst>
      <pc:sldChg chg="modSp">
        <pc:chgData name="Shreyantha Raam" userId="S::shreyantha.raam2021@vitstudent.ac.in::3c6fb664-983d-4054-9368-a5bc57a0ff0a" providerId="AD" clId="Web-{C5FA1FE4-F0D0-7A6E-3208-D3B060A5772B}" dt="2024-08-21T08:25:30.569" v="1" actId="1076"/>
        <pc:sldMkLst>
          <pc:docMk/>
          <pc:sldMk cId="216061430" sldId="344"/>
        </pc:sldMkLst>
        <pc:spChg chg="mod">
          <ac:chgData name="Shreyantha Raam" userId="S::shreyantha.raam2021@vitstudent.ac.in::3c6fb664-983d-4054-9368-a5bc57a0ff0a" providerId="AD" clId="Web-{C5FA1FE4-F0D0-7A6E-3208-D3B060A5772B}" dt="2024-08-21T08:25:30.569" v="1" actId="1076"/>
          <ac:spMkLst>
            <pc:docMk/>
            <pc:sldMk cId="216061430" sldId="344"/>
            <ac:spMk id="3" creationId="{03A7C1B4-AA25-FB66-D4D5-06172038C92C}"/>
          </ac:spMkLst>
        </pc:spChg>
      </pc:sldChg>
    </pc:docChg>
  </pc:docChgLst>
  <pc:docChgLst>
    <pc:chgData name="Akhil Hemanth" userId="S::akhil.hemanth2021@vitstudent.ac.in::d09ebd38-ef1c-48f6-8d53-7e25e3d64f3b" providerId="AD" clId="Web-{3251477E-68D5-4FF2-A1B5-03C67BEA577F}"/>
    <pc:docChg chg="modSld">
      <pc:chgData name="Akhil Hemanth" userId="S::akhil.hemanth2021@vitstudent.ac.in::d09ebd38-ef1c-48f6-8d53-7e25e3d64f3b" providerId="AD" clId="Web-{3251477E-68D5-4FF2-A1B5-03C67BEA577F}" dt="2024-09-11T11:33:05.208" v="0" actId="1076"/>
      <pc:docMkLst>
        <pc:docMk/>
      </pc:docMkLst>
      <pc:sldChg chg="modSp">
        <pc:chgData name="Akhil Hemanth" userId="S::akhil.hemanth2021@vitstudent.ac.in::d09ebd38-ef1c-48f6-8d53-7e25e3d64f3b" providerId="AD" clId="Web-{3251477E-68D5-4FF2-A1B5-03C67BEA577F}" dt="2024-09-11T11:33:05.208" v="0" actId="1076"/>
        <pc:sldMkLst>
          <pc:docMk/>
          <pc:sldMk cId="1706030059" sldId="341"/>
        </pc:sldMkLst>
        <pc:picChg chg="mod">
          <ac:chgData name="Akhil Hemanth" userId="S::akhil.hemanth2021@vitstudent.ac.in::d09ebd38-ef1c-48f6-8d53-7e25e3d64f3b" providerId="AD" clId="Web-{3251477E-68D5-4FF2-A1B5-03C67BEA577F}" dt="2024-09-11T11:33:05.208" v="0" actId="1076"/>
          <ac:picMkLst>
            <pc:docMk/>
            <pc:sldMk cId="1706030059" sldId="341"/>
            <ac:picMk id="2"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47409754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72469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4806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76DE7D-5BF9-462A-88A8-AF83DF48CD51}" type="datetimeFigureOut">
              <a:rPr lang="en-US" smtClean="0"/>
              <a:pPr/>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158598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76DE7D-5BF9-462A-88A8-AF83DF48CD51}" type="datetimeFigureOut">
              <a:rPr lang="en-US" smtClean="0"/>
              <a:pPr/>
              <a:t>9/11/2024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68902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76DE7D-5BF9-462A-88A8-AF83DF48CD51}" type="datetimeFigureOut">
              <a:rPr lang="en-US" smtClean="0"/>
              <a:pPr/>
              <a:t>9/11/2024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446293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276DE7D-5BF9-462A-88A8-AF83DF48CD51}" type="datetimeFigureOut">
              <a:rPr lang="en-US" smtClean="0"/>
              <a:pPr/>
              <a:t>9/11/2024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83986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256341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108458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6DE7D-5BF9-462A-88A8-AF83DF48CD51}" type="datetimeFigureOut">
              <a:rPr lang="en-US" smtClean="0"/>
              <a:pPr/>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93494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42704512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770831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825145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804240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339090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840208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6DE7D-5BF9-462A-88A8-AF83DF48CD51}"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FFEA6D-D485-41AB-8459-9215472A1970}" type="slidenum">
              <a:rPr lang="en-US" smtClean="0"/>
              <a:pPr/>
              <a:t>‹#›</a:t>
            </a:fld>
            <a:endParaRPr lang="en-US"/>
          </a:p>
        </p:txBody>
      </p:sp>
    </p:spTree>
    <p:extLst>
      <p:ext uri="{BB962C8B-B14F-4D97-AF65-F5344CB8AC3E}">
        <p14:creationId xmlns:p14="http://schemas.microsoft.com/office/powerpoint/2010/main" val="226418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76DE7D-5BF9-462A-88A8-AF83DF48CD51}" type="datetimeFigureOut">
              <a:rPr lang="en-US" smtClean="0"/>
              <a:pPr/>
              <a:t>9/11/2024</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FFEA6D-D485-41AB-8459-9215472A1970}" type="slidenum">
              <a:rPr lang="en-US" smtClean="0"/>
              <a:pPr/>
              <a:t>‹#›</a:t>
            </a:fld>
            <a:endParaRPr lang="en-US"/>
          </a:p>
        </p:txBody>
      </p:sp>
    </p:spTree>
    <p:extLst>
      <p:ext uri="{BB962C8B-B14F-4D97-AF65-F5344CB8AC3E}">
        <p14:creationId xmlns:p14="http://schemas.microsoft.com/office/powerpoint/2010/main" val="3478499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SERVO MOTOR</a:t>
            </a:r>
          </a:p>
        </p:txBody>
      </p:sp>
      <p:sp>
        <p:nvSpPr>
          <p:cNvPr id="8" name="TextBox 7"/>
          <p:cNvSpPr txBox="1"/>
          <p:nvPr/>
        </p:nvSpPr>
        <p:spPr>
          <a:xfrm>
            <a:off x="216859" y="1191933"/>
            <a:ext cx="11745907" cy="5262979"/>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A </a:t>
            </a:r>
            <a:r>
              <a:rPr lang="en-IN" sz="2800">
                <a:solidFill>
                  <a:srgbClr val="C00000"/>
                </a:solidFill>
                <a:latin typeface="Tw Cen MT" panose="020B0602020104020603" pitchFamily="34" charset="0"/>
                <a:cs typeface="Segoe UI" panose="020B0502040204020203" pitchFamily="34" charset="0"/>
              </a:rPr>
              <a:t>Servo Motor </a:t>
            </a:r>
            <a:r>
              <a:rPr lang="en-IN" sz="2800">
                <a:solidFill>
                  <a:schemeClr val="bg1"/>
                </a:solidFill>
                <a:latin typeface="Tw Cen MT" panose="020B0602020104020603" pitchFamily="34" charset="0"/>
                <a:cs typeface="Segoe UI" panose="020B0502040204020203" pitchFamily="34" charset="0"/>
              </a:rPr>
              <a:t>is a type of actuator that provides high precision control of linear or angular position. </a:t>
            </a:r>
          </a:p>
          <a:p>
            <a:pPr marL="457200" indent="-457200" algn="just">
              <a:buClr>
                <a:schemeClr val="accent5">
                  <a:lumMod val="75000"/>
                </a:schemeClr>
              </a:buClr>
              <a:buFont typeface="Wingdings" panose="05000000000000000000" pitchFamily="2" charset="2"/>
              <a:buChar char="Ø"/>
            </a:pP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A simple servo motor consists of a small </a:t>
            </a:r>
            <a:r>
              <a:rPr lang="en-IN" sz="2800">
                <a:solidFill>
                  <a:srgbClr val="C00000"/>
                </a:solidFill>
                <a:latin typeface="Tw Cen MT" panose="020B0602020104020603" pitchFamily="34" charset="0"/>
                <a:cs typeface="Segoe UI" panose="020B0502040204020203" pitchFamily="34" charset="0"/>
              </a:rPr>
              <a:t>DC motor, a potentiometer </a:t>
            </a:r>
            <a:r>
              <a:rPr lang="en-IN" sz="2800">
                <a:solidFill>
                  <a:schemeClr val="bg1"/>
                </a:solidFill>
                <a:latin typeface="Tw Cen MT" panose="020B0602020104020603" pitchFamily="34" charset="0"/>
                <a:cs typeface="Segoe UI" panose="020B0502040204020203" pitchFamily="34" charset="0"/>
              </a:rPr>
              <a:t>for providing position feedback, a </a:t>
            </a:r>
            <a:r>
              <a:rPr lang="en-IN" sz="2800">
                <a:solidFill>
                  <a:srgbClr val="C00000"/>
                </a:solidFill>
                <a:latin typeface="Tw Cen MT" panose="020B0602020104020603" pitchFamily="34" charset="0"/>
                <a:cs typeface="Segoe UI" panose="020B0502040204020203" pitchFamily="34" charset="0"/>
              </a:rPr>
              <a:t>gear system </a:t>
            </a:r>
            <a:r>
              <a:rPr lang="en-IN" sz="2800">
                <a:solidFill>
                  <a:schemeClr val="bg1"/>
                </a:solidFill>
                <a:latin typeface="Tw Cen MT" panose="020B0602020104020603" pitchFamily="34" charset="0"/>
                <a:cs typeface="Segoe UI" panose="020B0502040204020203" pitchFamily="34" charset="0"/>
              </a:rPr>
              <a:t>for increased torque and a control system.</a:t>
            </a:r>
          </a:p>
          <a:p>
            <a:pPr marL="457200" indent="-457200" algn="just">
              <a:buClr>
                <a:schemeClr val="accent5">
                  <a:lumMod val="75000"/>
                </a:schemeClr>
              </a:buClr>
              <a:buFont typeface="Wingdings" panose="05000000000000000000" pitchFamily="2" charset="2"/>
              <a:buChar char="Ø"/>
            </a:pP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Servo Motors are used in applications where very </a:t>
            </a:r>
            <a:r>
              <a:rPr lang="en-IN" sz="2800">
                <a:solidFill>
                  <a:srgbClr val="C00000"/>
                </a:solidFill>
                <a:latin typeface="Tw Cen MT" panose="020B0602020104020603" pitchFamily="34" charset="0"/>
                <a:cs typeface="Segoe UI" panose="020B0502040204020203" pitchFamily="34" charset="0"/>
              </a:rPr>
              <a:t>high precision motion is required </a:t>
            </a:r>
            <a:r>
              <a:rPr lang="en-IN" sz="2800">
                <a:solidFill>
                  <a:schemeClr val="bg1"/>
                </a:solidFill>
                <a:latin typeface="Tw Cen MT" panose="020B0602020104020603" pitchFamily="34" charset="0"/>
                <a:cs typeface="Segoe UI" panose="020B0502040204020203" pitchFamily="34" charset="0"/>
              </a:rPr>
              <a:t>like assembly robots, security cameras, solar tracking system etc.</a:t>
            </a:r>
          </a:p>
          <a:p>
            <a:pPr marL="457200" indent="-457200" algn="just">
              <a:buClr>
                <a:schemeClr val="accent5">
                  <a:lumMod val="75000"/>
                </a:schemeClr>
              </a:buClr>
              <a:buFont typeface="Wingdings" panose="05000000000000000000" pitchFamily="2" charset="2"/>
              <a:buChar char="Ø"/>
            </a:pP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Typically, simple servo motors consists of three wires, colour coded as </a:t>
            </a:r>
            <a:r>
              <a:rPr lang="en-IN" sz="2800">
                <a:solidFill>
                  <a:srgbClr val="C00000"/>
                </a:solidFill>
                <a:latin typeface="Tw Cen MT" panose="020B0602020104020603" pitchFamily="34" charset="0"/>
                <a:cs typeface="Segoe UI" panose="020B0502040204020203" pitchFamily="34" charset="0"/>
              </a:rPr>
              <a:t>Red(supply), Brown(ground) and Orange (control signal).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1</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- 6</a:t>
            </a:r>
          </a:p>
        </p:txBody>
      </p:sp>
    </p:spTree>
    <p:extLst>
      <p:ext uri="{BB962C8B-B14F-4D97-AF65-F5344CB8AC3E}">
        <p14:creationId xmlns:p14="http://schemas.microsoft.com/office/powerpoint/2010/main" val="244907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SERVO MOTOR</a:t>
            </a:r>
          </a:p>
        </p:txBody>
      </p:sp>
      <p:sp>
        <p:nvSpPr>
          <p:cNvPr id="8" name="TextBox 7"/>
          <p:cNvSpPr txBox="1"/>
          <p:nvPr/>
        </p:nvSpPr>
        <p:spPr>
          <a:xfrm>
            <a:off x="216859" y="1191933"/>
            <a:ext cx="11745907" cy="5262979"/>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A servo motor is controlled by sending a series of pulses through the signal line. The frequency of the control signal should be </a:t>
            </a:r>
            <a:r>
              <a:rPr lang="en-IN" sz="2800">
                <a:solidFill>
                  <a:srgbClr val="C00000"/>
                </a:solidFill>
                <a:latin typeface="Tw Cen MT" panose="020B0602020104020603" pitchFamily="34" charset="0"/>
                <a:cs typeface="Segoe UI" panose="020B0502040204020203" pitchFamily="34" charset="0"/>
              </a:rPr>
              <a:t>50Hz or a pulse of 20ms</a:t>
            </a:r>
            <a:r>
              <a:rPr lang="en-IN" sz="2800">
                <a:solidFill>
                  <a:schemeClr val="bg1"/>
                </a:solidFill>
                <a:latin typeface="Tw Cen MT" panose="020B0602020104020603" pitchFamily="34" charset="0"/>
                <a:cs typeface="Segoe UI" panose="020B0502040204020203" pitchFamily="34" charset="0"/>
              </a:rPr>
              <a:t>.</a:t>
            </a:r>
          </a:p>
          <a:p>
            <a:pPr marL="457200" indent="-457200" algn="just">
              <a:buClr>
                <a:schemeClr val="accent5">
                  <a:lumMod val="75000"/>
                </a:schemeClr>
              </a:buClr>
              <a:buFont typeface="Wingdings" panose="05000000000000000000" pitchFamily="2" charset="2"/>
              <a:buChar char="Ø"/>
            </a:pP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The control signal is usually a PWM signal, unlike PWM signal used to control the speed of DC Motor, it is used to </a:t>
            </a:r>
            <a:r>
              <a:rPr lang="en-IN" sz="2800">
                <a:solidFill>
                  <a:srgbClr val="C00000"/>
                </a:solidFill>
                <a:latin typeface="Tw Cen MT" panose="020B0602020104020603" pitchFamily="34" charset="0"/>
                <a:cs typeface="Segoe UI" panose="020B0502040204020203" pitchFamily="34" charset="0"/>
              </a:rPr>
              <a:t>determine the position </a:t>
            </a:r>
            <a:r>
              <a:rPr lang="en-IN" sz="2800">
                <a:solidFill>
                  <a:schemeClr val="bg1"/>
                </a:solidFill>
                <a:latin typeface="Tw Cen MT" panose="020B0602020104020603" pitchFamily="34" charset="0"/>
                <a:cs typeface="Segoe UI" panose="020B0502040204020203" pitchFamily="34" charset="0"/>
              </a:rPr>
              <a:t>of the servo motor and these type of servos can usually rotate 180 degrees</a:t>
            </a:r>
          </a:p>
          <a:p>
            <a:pPr marL="457200" indent="-457200" algn="just">
              <a:buClr>
                <a:schemeClr val="accent5">
                  <a:lumMod val="75000"/>
                </a:schemeClr>
              </a:buClr>
              <a:buFont typeface="Wingdings" panose="05000000000000000000" pitchFamily="2" charset="2"/>
              <a:buChar char="Ø"/>
            </a:pP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The DC Motor in servo motor is powered as per the control signal it receives. </a:t>
            </a:r>
          </a:p>
          <a:p>
            <a:pPr marL="457200" indent="-457200" algn="just">
              <a:buClr>
                <a:schemeClr val="accent5">
                  <a:lumMod val="75000"/>
                </a:schemeClr>
              </a:buClr>
              <a:buFont typeface="Wingdings" panose="05000000000000000000" pitchFamily="2" charset="2"/>
              <a:buChar char="Ø"/>
            </a:pP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As per the feedback from the position sensing system (potentiometer), when the servo achieves the desired position, the power to the motor is terminated.</a:t>
            </a:r>
          </a:p>
          <a:p>
            <a:pPr marL="457200" indent="-457200" algn="just">
              <a:buClr>
                <a:schemeClr val="accent5">
                  <a:lumMod val="75000"/>
                </a:schemeClr>
              </a:buClr>
              <a:buFont typeface="Wingdings" panose="05000000000000000000" pitchFamily="2" charset="2"/>
              <a:buChar char="Ø"/>
            </a:pPr>
            <a:endParaRPr lang="en-IN" sz="2800">
              <a:solidFill>
                <a:schemeClr val="bg1"/>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2</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- 6</a:t>
            </a:r>
          </a:p>
        </p:txBody>
      </p:sp>
    </p:spTree>
    <p:extLst>
      <p:ext uri="{BB962C8B-B14F-4D97-AF65-F5344CB8AC3E}">
        <p14:creationId xmlns:p14="http://schemas.microsoft.com/office/powerpoint/2010/main" val="219184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SERVO MOTOR</a:t>
            </a:r>
          </a:p>
        </p:txBody>
      </p:sp>
      <p:sp>
        <p:nvSpPr>
          <p:cNvPr id="8" name="TextBox 7"/>
          <p:cNvSpPr txBox="1"/>
          <p:nvPr/>
        </p:nvSpPr>
        <p:spPr>
          <a:xfrm>
            <a:off x="216859" y="1191933"/>
            <a:ext cx="11745907" cy="954107"/>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Generally pulses with 1ms duration correspond to </a:t>
            </a:r>
            <a:r>
              <a:rPr lang="en-IN" sz="2800">
                <a:solidFill>
                  <a:srgbClr val="C00000"/>
                </a:solidFill>
                <a:latin typeface="Tw Cen MT" panose="020B0602020104020603" pitchFamily="34" charset="0"/>
                <a:cs typeface="Segoe UI" panose="020B0502040204020203" pitchFamily="34" charset="0"/>
              </a:rPr>
              <a:t>0° degrees position, 1.5ms duration to 90° and 2.5ms to 180°  </a:t>
            </a:r>
            <a:r>
              <a:rPr lang="en-IN" sz="2800">
                <a:solidFill>
                  <a:schemeClr val="bg1"/>
                </a:solidFill>
                <a:latin typeface="Tw Cen MT" panose="020B0602020104020603" pitchFamily="34" charset="0"/>
                <a:cs typeface="Segoe UI" panose="020B0502040204020203" pitchFamily="34" charset="0"/>
              </a:rPr>
              <a:t>(may vary with different models) .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3</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- 6</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p:blipFill>
        <p:spPr>
          <a:xfrm>
            <a:off x="6089812" y="2258772"/>
            <a:ext cx="5214257" cy="4015358"/>
          </a:xfrm>
          <a:prstGeom prst="rect">
            <a:avLst/>
          </a:prstGeom>
        </p:spPr>
      </p:pic>
      <p:pic>
        <p:nvPicPr>
          <p:cNvPr id="1026" name="Picture 2" descr="Servo Motor SG-90 Basics, Pinout, Wire Description, Datashe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059" y="2647454"/>
            <a:ext cx="3705225" cy="2647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197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p:cNvSpPr txBox="1"/>
          <p:nvPr/>
        </p:nvSpPr>
        <p:spPr>
          <a:xfrm>
            <a:off x="293687" y="1059197"/>
            <a:ext cx="11592251" cy="2705549"/>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Controlling the servo motor at one degree at a time</a:t>
            </a:r>
          </a:p>
          <a:p>
            <a:pPr algn="just">
              <a:lnSpc>
                <a:spcPct val="150000"/>
              </a:lnSpc>
              <a:buClr>
                <a:schemeClr val="accent5">
                  <a:lumMod val="75000"/>
                </a:schemeClr>
              </a:buClr>
            </a:pPr>
            <a:endParaRPr lang="en-IN" sz="1000">
              <a:solidFill>
                <a:schemeClr val="bg1"/>
              </a:solidFill>
              <a:latin typeface="Tw Cen MT" panose="020B0602020104020603" pitchFamily="34" charset="0"/>
              <a:cs typeface="Segoe UI" panose="020B0502040204020203" pitchFamily="34" charset="0"/>
            </a:endParaRPr>
          </a:p>
          <a:p>
            <a:pPr algn="just">
              <a:lnSpc>
                <a:spcPct val="150000"/>
              </a:lnSpc>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program to control the servo motor by rotating slowly from 0 degrees to 180 degrees, 45 degree at a time. When the motor has to be  rotated 180 degrees, it will  return to the initial position. Implement and verify this logic on STM32 board.</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4</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- 6</a:t>
            </a:r>
          </a:p>
        </p:txBody>
      </p:sp>
    </p:spTree>
    <p:extLst>
      <p:ext uri="{BB962C8B-B14F-4D97-AF65-F5344CB8AC3E}">
        <p14:creationId xmlns:p14="http://schemas.microsoft.com/office/powerpoint/2010/main" val="2626413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85432D-999C-6529-1FC9-970E83DE7425}"/>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CD096CED-CD91-3867-E4FA-7A78C90ADEE9}"/>
              </a:ext>
            </a:extLst>
          </p:cNvPr>
          <p:cNvSpPr/>
          <p:nvPr/>
        </p:nvSpPr>
        <p:spPr>
          <a:xfrm>
            <a:off x="6288657" y="318649"/>
            <a:ext cx="4691813"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a:extLst>
              <a:ext uri="{FF2B5EF4-FFF2-40B4-BE49-F238E27FC236}">
                <a16:creationId xmlns:a16="http://schemas.microsoft.com/office/drawing/2014/main" id="{2D23C784-6EF8-2C15-1D05-A1DD82EEF13D}"/>
              </a:ext>
            </a:extLst>
          </p:cNvPr>
          <p:cNvSpPr txBox="1"/>
          <p:nvPr/>
        </p:nvSpPr>
        <p:spPr>
          <a:xfrm rot="16200000">
            <a:off x="-453252" y="3427836"/>
            <a:ext cx="1854969" cy="523220"/>
          </a:xfrm>
          <a:prstGeom prst="rect">
            <a:avLst/>
          </a:prstGeom>
          <a:noFill/>
        </p:spPr>
        <p:txBody>
          <a:bodyPr wrap="square" rtlCol="0">
            <a:spAutoFit/>
          </a:bodyPr>
          <a:lstStyle/>
          <a:p>
            <a:pPr algn="ctr">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Program</a:t>
            </a:r>
          </a:p>
        </p:txBody>
      </p:sp>
      <p:sp>
        <p:nvSpPr>
          <p:cNvPr id="10" name="Round Same Side Corner Rectangle 9">
            <a:extLst>
              <a:ext uri="{FF2B5EF4-FFF2-40B4-BE49-F238E27FC236}">
                <a16:creationId xmlns:a16="http://schemas.microsoft.com/office/drawing/2014/main" id="{ACAC6B4D-C3A7-1DEE-DC3C-951959C51626}"/>
              </a:ext>
            </a:extLst>
          </p:cNvPr>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a:extLst>
              <a:ext uri="{FF2B5EF4-FFF2-40B4-BE49-F238E27FC236}">
                <a16:creationId xmlns:a16="http://schemas.microsoft.com/office/drawing/2014/main" id="{AD4B2501-3304-3295-78FB-2C9BCE200649}"/>
              </a:ext>
            </a:extLst>
          </p:cNvPr>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5</a:t>
            </a:fld>
            <a:endParaRPr lang="en-US" sz="1400" b="1">
              <a:solidFill>
                <a:schemeClr val="bg1"/>
              </a:solidFill>
              <a:latin typeface="Century Gothic" panose="020B0502020202020204" pitchFamily="34" charset="0"/>
            </a:endParaRPr>
          </a:p>
        </p:txBody>
      </p:sp>
      <p:sp>
        <p:nvSpPr>
          <p:cNvPr id="7" name="TextBox 6">
            <a:extLst>
              <a:ext uri="{FF2B5EF4-FFF2-40B4-BE49-F238E27FC236}">
                <a16:creationId xmlns:a16="http://schemas.microsoft.com/office/drawing/2014/main" id="{A2B70FD1-6596-80EB-3A4C-842FA43DE923}"/>
              </a:ext>
            </a:extLst>
          </p:cNvPr>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a:extLst>
              <a:ext uri="{FF2B5EF4-FFF2-40B4-BE49-F238E27FC236}">
                <a16:creationId xmlns:a16="http://schemas.microsoft.com/office/drawing/2014/main" id="{F2BC1600-4278-43EB-4EFD-899FAB6E4D0C}"/>
              </a:ext>
            </a:extLst>
          </p:cNvPr>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- 6</a:t>
            </a:r>
          </a:p>
        </p:txBody>
      </p:sp>
      <p:pic>
        <p:nvPicPr>
          <p:cNvPr id="6" name="Picture 5">
            <a:extLst>
              <a:ext uri="{FF2B5EF4-FFF2-40B4-BE49-F238E27FC236}">
                <a16:creationId xmlns:a16="http://schemas.microsoft.com/office/drawing/2014/main" id="{A852DC6A-5C13-D9E4-BC11-3141F106870C}"/>
              </a:ext>
            </a:extLst>
          </p:cNvPr>
          <p:cNvPicPr>
            <a:picLocks noChangeAspect="1"/>
          </p:cNvPicPr>
          <p:nvPr/>
        </p:nvPicPr>
        <p:blipFill>
          <a:blip r:embed="rId2"/>
          <a:stretch>
            <a:fillRect/>
          </a:stretch>
        </p:blipFill>
        <p:spPr>
          <a:xfrm>
            <a:off x="6409341" y="2193813"/>
            <a:ext cx="4429743" cy="2991267"/>
          </a:xfrm>
          <a:prstGeom prst="rect">
            <a:avLst/>
          </a:prstGeom>
        </p:spPr>
      </p:pic>
      <p:sp>
        <p:nvSpPr>
          <p:cNvPr id="13" name="TextBox 12">
            <a:extLst>
              <a:ext uri="{FF2B5EF4-FFF2-40B4-BE49-F238E27FC236}">
                <a16:creationId xmlns:a16="http://schemas.microsoft.com/office/drawing/2014/main" id="{31A3B486-4B2F-64FA-7DA4-E93FF69952CE}"/>
              </a:ext>
            </a:extLst>
          </p:cNvPr>
          <p:cNvSpPr txBox="1"/>
          <p:nvPr/>
        </p:nvSpPr>
        <p:spPr>
          <a:xfrm>
            <a:off x="6573109" y="1322481"/>
            <a:ext cx="3570742" cy="523220"/>
          </a:xfrm>
          <a:prstGeom prst="rect">
            <a:avLst/>
          </a:prstGeom>
          <a:noFill/>
        </p:spPr>
        <p:txBody>
          <a:bodyPr wrap="square" rtlCol="0">
            <a:spAutoFit/>
          </a:bodyPr>
          <a:lstStyle/>
          <a:p>
            <a:pPr algn="ctr">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Connection diagram</a:t>
            </a:r>
          </a:p>
        </p:txBody>
      </p:sp>
      <p:sp>
        <p:nvSpPr>
          <p:cNvPr id="3" name="TextBox 2">
            <a:extLst>
              <a:ext uri="{FF2B5EF4-FFF2-40B4-BE49-F238E27FC236}">
                <a16:creationId xmlns:a16="http://schemas.microsoft.com/office/drawing/2014/main" id="{03A7C1B4-AA25-FB66-D4D5-06172038C92C}"/>
              </a:ext>
            </a:extLst>
          </p:cNvPr>
          <p:cNvSpPr txBox="1"/>
          <p:nvPr/>
        </p:nvSpPr>
        <p:spPr>
          <a:xfrm>
            <a:off x="907218" y="371733"/>
            <a:ext cx="6094562" cy="6463308"/>
          </a:xfrm>
          <a:prstGeom prst="rect">
            <a:avLst/>
          </a:prstGeom>
          <a:noFill/>
        </p:spPr>
        <p:txBody>
          <a:bodyPr wrap="square">
            <a:spAutoFit/>
          </a:bodyPr>
          <a:lstStyle/>
          <a:p>
            <a:r>
              <a:rPr lang="en-US" b="0">
                <a:solidFill>
                  <a:srgbClr val="AA5D00"/>
                </a:solidFill>
                <a:effectLst/>
                <a:latin typeface="Consolas" panose="020B0609020204030204" pitchFamily="49" charset="0"/>
              </a:rPr>
              <a:t>#include</a:t>
            </a:r>
            <a:r>
              <a:rPr lang="en-US" b="0">
                <a:solidFill>
                  <a:srgbClr val="333E48"/>
                </a:solidFill>
                <a:effectLst/>
                <a:latin typeface="Consolas" panose="020B0609020204030204" pitchFamily="49" charset="0"/>
              </a:rPr>
              <a:t> </a:t>
            </a:r>
            <a:r>
              <a:rPr lang="en-US" b="0">
                <a:solidFill>
                  <a:srgbClr val="806C00"/>
                </a:solidFill>
                <a:effectLst/>
                <a:latin typeface="Consolas" panose="020B0609020204030204" pitchFamily="49" charset="0"/>
              </a:rPr>
              <a:t>"</a:t>
            </a:r>
            <a:r>
              <a:rPr lang="en-US" b="0" err="1">
                <a:solidFill>
                  <a:srgbClr val="806C00"/>
                </a:solidFill>
                <a:effectLst/>
                <a:latin typeface="Consolas" panose="020B0609020204030204" pitchFamily="49" charset="0"/>
              </a:rPr>
              <a:t>mbed.h</a:t>
            </a:r>
            <a:r>
              <a:rPr lang="en-US" b="0">
                <a:solidFill>
                  <a:srgbClr val="806C00"/>
                </a:solidFill>
                <a:effectLst/>
                <a:latin typeface="Consolas" panose="020B0609020204030204" pitchFamily="49" charset="0"/>
              </a:rPr>
              <a:t>"</a:t>
            </a:r>
            <a:endParaRPr lang="en-US" b="0">
              <a:solidFill>
                <a:srgbClr val="333E48"/>
              </a:solidFill>
              <a:effectLst/>
              <a:latin typeface="Consolas" panose="020B0609020204030204" pitchFamily="49" charset="0"/>
            </a:endParaRPr>
          </a:p>
          <a:p>
            <a:r>
              <a:rPr lang="en-US" b="0" err="1">
                <a:solidFill>
                  <a:srgbClr val="333E48"/>
                </a:solidFill>
                <a:effectLst/>
                <a:latin typeface="Consolas" panose="020B0609020204030204" pitchFamily="49" charset="0"/>
              </a:rPr>
              <a:t>PwmOut</a:t>
            </a:r>
            <a:r>
              <a:rPr lang="en-US" b="0">
                <a:solidFill>
                  <a:srgbClr val="333E48"/>
                </a:solidFill>
                <a:effectLst/>
                <a:latin typeface="Consolas" panose="020B0609020204030204" pitchFamily="49" charset="0"/>
              </a:rPr>
              <a:t> </a:t>
            </a:r>
            <a:r>
              <a:rPr lang="en-US" b="0">
                <a:solidFill>
                  <a:srgbClr val="007A4B"/>
                </a:solidFill>
                <a:effectLst/>
                <a:latin typeface="Consolas" panose="020B0609020204030204" pitchFamily="49" charset="0"/>
              </a:rPr>
              <a:t>PWM1</a:t>
            </a:r>
            <a:r>
              <a:rPr lang="en-US" b="0">
                <a:solidFill>
                  <a:srgbClr val="333E48"/>
                </a:solidFill>
                <a:effectLst/>
                <a:latin typeface="Consolas" panose="020B0609020204030204" pitchFamily="49" charset="0"/>
              </a:rPr>
              <a:t>(PC_8);</a:t>
            </a:r>
          </a:p>
          <a:p>
            <a:br>
              <a:rPr lang="en-US" b="0">
                <a:solidFill>
                  <a:srgbClr val="333E48"/>
                </a:solidFill>
                <a:effectLst/>
                <a:latin typeface="Consolas" panose="020B0609020204030204" pitchFamily="49" charset="0"/>
              </a:rPr>
            </a:br>
            <a:r>
              <a:rPr lang="en-US" b="0">
                <a:solidFill>
                  <a:srgbClr val="11809F"/>
                </a:solidFill>
                <a:effectLst/>
                <a:latin typeface="Consolas" panose="020B0609020204030204" pitchFamily="49" charset="0"/>
              </a:rPr>
              <a:t>int</a:t>
            </a:r>
            <a:r>
              <a:rPr lang="en-US" b="0">
                <a:solidFill>
                  <a:srgbClr val="333E48"/>
                </a:solidFill>
                <a:effectLst/>
                <a:latin typeface="Consolas" panose="020B0609020204030204" pitchFamily="49" charset="0"/>
              </a:rPr>
              <a:t> </a:t>
            </a:r>
            <a:r>
              <a:rPr lang="en-US" b="0">
                <a:solidFill>
                  <a:srgbClr val="007A4B"/>
                </a:solidFill>
                <a:effectLst/>
                <a:latin typeface="Consolas" panose="020B0609020204030204" pitchFamily="49" charset="0"/>
              </a:rPr>
              <a:t>main</a:t>
            </a:r>
            <a:r>
              <a:rPr lang="en-US" b="0">
                <a:solidFill>
                  <a:srgbClr val="333E48"/>
                </a:solidFill>
                <a:effectLst/>
                <a:latin typeface="Consolas" panose="020B0609020204030204" pitchFamily="49" charset="0"/>
              </a:rPr>
              <a:t>() {</a:t>
            </a:r>
          </a:p>
          <a:p>
            <a:r>
              <a:rPr lang="en-US" b="0">
                <a:solidFill>
                  <a:srgbClr val="AA5D00"/>
                </a:solidFill>
                <a:effectLst/>
                <a:latin typeface="Consolas" panose="020B0609020204030204" pitchFamily="49" charset="0"/>
              </a:rPr>
              <a:t>while</a:t>
            </a:r>
            <a:r>
              <a:rPr lang="en-US" b="0">
                <a:solidFill>
                  <a:srgbClr val="333E48"/>
                </a:solidFill>
                <a:effectLst/>
                <a:latin typeface="Consolas" panose="020B0609020204030204" pitchFamily="49" charset="0"/>
              </a:rPr>
              <a:t>(1){</a:t>
            </a:r>
          </a:p>
          <a:p>
            <a:r>
              <a:rPr lang="en-US" b="0">
                <a:solidFill>
                  <a:srgbClr val="333E48"/>
                </a:solidFill>
                <a:effectLst/>
                <a:latin typeface="Consolas" panose="020B0609020204030204" pitchFamily="49" charset="0"/>
              </a:rPr>
              <a:t>PWM1.</a:t>
            </a:r>
            <a:r>
              <a:rPr lang="en-US" b="0">
                <a:solidFill>
                  <a:srgbClr val="007A4B"/>
                </a:solidFill>
                <a:effectLst/>
                <a:latin typeface="Consolas" panose="020B0609020204030204" pitchFamily="49" charset="0"/>
              </a:rPr>
              <a:t>period_ms</a:t>
            </a:r>
            <a:r>
              <a:rPr lang="en-US" b="0">
                <a:solidFill>
                  <a:srgbClr val="333E48"/>
                </a:solidFill>
                <a:effectLst/>
                <a:latin typeface="Consolas" panose="020B0609020204030204" pitchFamily="49" charset="0"/>
              </a:rPr>
              <a:t>(20);</a:t>
            </a:r>
          </a:p>
          <a:p>
            <a:br>
              <a:rPr lang="en-US" b="0">
                <a:solidFill>
                  <a:srgbClr val="333E48"/>
                </a:solidFill>
                <a:effectLst/>
                <a:latin typeface="Consolas" panose="020B0609020204030204" pitchFamily="49" charset="0"/>
              </a:rPr>
            </a:br>
            <a:r>
              <a:rPr lang="en-US" b="0">
                <a:solidFill>
                  <a:srgbClr val="333E48"/>
                </a:solidFill>
                <a:effectLst/>
                <a:latin typeface="Consolas" panose="020B0609020204030204" pitchFamily="49" charset="0"/>
              </a:rPr>
              <a:t>PWM1.</a:t>
            </a:r>
            <a:r>
              <a:rPr lang="en-US" b="0">
                <a:solidFill>
                  <a:srgbClr val="007A4B"/>
                </a:solidFill>
                <a:effectLst/>
                <a:latin typeface="Consolas" panose="020B0609020204030204" pitchFamily="49" charset="0"/>
              </a:rPr>
              <a:t>pulsewidth_us</a:t>
            </a:r>
            <a:r>
              <a:rPr lang="en-US" b="0">
                <a:solidFill>
                  <a:srgbClr val="333E48"/>
                </a:solidFill>
                <a:effectLst/>
                <a:latin typeface="Consolas" panose="020B0609020204030204" pitchFamily="49" charset="0"/>
              </a:rPr>
              <a:t>(500);</a:t>
            </a:r>
          </a:p>
          <a:p>
            <a:r>
              <a:rPr lang="en-US" b="0">
                <a:solidFill>
                  <a:srgbClr val="007A4B"/>
                </a:solidFill>
                <a:effectLst/>
                <a:latin typeface="Consolas" panose="020B0609020204030204" pitchFamily="49" charset="0"/>
              </a:rPr>
              <a:t>wait</a:t>
            </a:r>
            <a:r>
              <a:rPr lang="en-US" b="0">
                <a:solidFill>
                  <a:srgbClr val="333E48"/>
                </a:solidFill>
                <a:effectLst/>
                <a:latin typeface="Consolas" panose="020B0609020204030204" pitchFamily="49" charset="0"/>
              </a:rPr>
              <a:t>(1);</a:t>
            </a:r>
          </a:p>
          <a:p>
            <a:br>
              <a:rPr lang="en-US" b="0">
                <a:solidFill>
                  <a:srgbClr val="333E48"/>
                </a:solidFill>
                <a:effectLst/>
                <a:latin typeface="Consolas" panose="020B0609020204030204" pitchFamily="49" charset="0"/>
              </a:rPr>
            </a:br>
            <a:r>
              <a:rPr lang="en-US" b="0">
                <a:solidFill>
                  <a:srgbClr val="333E48"/>
                </a:solidFill>
                <a:effectLst/>
                <a:latin typeface="Consolas" panose="020B0609020204030204" pitchFamily="49" charset="0"/>
              </a:rPr>
              <a:t>PWM1.</a:t>
            </a:r>
            <a:r>
              <a:rPr lang="en-US" b="0">
                <a:solidFill>
                  <a:srgbClr val="007A4B"/>
                </a:solidFill>
                <a:effectLst/>
                <a:latin typeface="Consolas" panose="020B0609020204030204" pitchFamily="49" charset="0"/>
              </a:rPr>
              <a:t>pulsewidth_us</a:t>
            </a:r>
            <a:r>
              <a:rPr lang="en-US" b="0">
                <a:solidFill>
                  <a:srgbClr val="333E48"/>
                </a:solidFill>
                <a:effectLst/>
                <a:latin typeface="Consolas" panose="020B0609020204030204" pitchFamily="49" charset="0"/>
              </a:rPr>
              <a:t>(1000);</a:t>
            </a:r>
            <a:r>
              <a:rPr lang="en-US" b="0">
                <a:solidFill>
                  <a:srgbClr val="6F777C"/>
                </a:solidFill>
                <a:effectLst/>
                <a:latin typeface="Consolas" panose="020B0609020204030204" pitchFamily="49" charset="0"/>
              </a:rPr>
              <a:t> // 45 degree</a:t>
            </a:r>
            <a:endParaRPr lang="en-US" b="0">
              <a:solidFill>
                <a:srgbClr val="333E48"/>
              </a:solidFill>
              <a:effectLst/>
              <a:latin typeface="Consolas" panose="020B0609020204030204" pitchFamily="49" charset="0"/>
            </a:endParaRPr>
          </a:p>
          <a:p>
            <a:r>
              <a:rPr lang="en-US" b="0">
                <a:solidFill>
                  <a:srgbClr val="007A4B"/>
                </a:solidFill>
                <a:effectLst/>
                <a:latin typeface="Consolas" panose="020B0609020204030204" pitchFamily="49" charset="0"/>
              </a:rPr>
              <a:t>wait</a:t>
            </a:r>
            <a:r>
              <a:rPr lang="en-US" b="0">
                <a:solidFill>
                  <a:srgbClr val="333E48"/>
                </a:solidFill>
                <a:effectLst/>
                <a:latin typeface="Consolas" panose="020B0609020204030204" pitchFamily="49" charset="0"/>
              </a:rPr>
              <a:t>(1);</a:t>
            </a:r>
          </a:p>
          <a:p>
            <a:br>
              <a:rPr lang="en-US" b="0">
                <a:solidFill>
                  <a:srgbClr val="333E48"/>
                </a:solidFill>
                <a:effectLst/>
                <a:latin typeface="Consolas" panose="020B0609020204030204" pitchFamily="49" charset="0"/>
              </a:rPr>
            </a:br>
            <a:r>
              <a:rPr lang="en-US" b="0">
                <a:solidFill>
                  <a:srgbClr val="333E48"/>
                </a:solidFill>
                <a:effectLst/>
                <a:latin typeface="Consolas" panose="020B0609020204030204" pitchFamily="49" charset="0"/>
              </a:rPr>
              <a:t>PWM1.</a:t>
            </a:r>
            <a:r>
              <a:rPr lang="en-US" b="0">
                <a:solidFill>
                  <a:srgbClr val="007A4B"/>
                </a:solidFill>
                <a:effectLst/>
                <a:latin typeface="Consolas" panose="020B0609020204030204" pitchFamily="49" charset="0"/>
              </a:rPr>
              <a:t>pulsewidth_us</a:t>
            </a:r>
            <a:r>
              <a:rPr lang="en-US" b="0">
                <a:solidFill>
                  <a:srgbClr val="333E48"/>
                </a:solidFill>
                <a:effectLst/>
                <a:latin typeface="Consolas" panose="020B0609020204030204" pitchFamily="49" charset="0"/>
              </a:rPr>
              <a:t>(1500);</a:t>
            </a:r>
            <a:r>
              <a:rPr lang="en-US" b="0">
                <a:solidFill>
                  <a:srgbClr val="6F777C"/>
                </a:solidFill>
                <a:effectLst/>
                <a:latin typeface="Consolas" panose="020B0609020204030204" pitchFamily="49" charset="0"/>
              </a:rPr>
              <a:t> // 90 degree</a:t>
            </a:r>
            <a:endParaRPr lang="en-US" b="0">
              <a:solidFill>
                <a:srgbClr val="333E48"/>
              </a:solidFill>
              <a:effectLst/>
              <a:latin typeface="Consolas" panose="020B0609020204030204" pitchFamily="49" charset="0"/>
            </a:endParaRPr>
          </a:p>
          <a:p>
            <a:r>
              <a:rPr lang="en-US" b="0">
                <a:solidFill>
                  <a:srgbClr val="007A4B"/>
                </a:solidFill>
                <a:effectLst/>
                <a:latin typeface="Consolas" panose="020B0609020204030204" pitchFamily="49" charset="0"/>
              </a:rPr>
              <a:t>wait</a:t>
            </a:r>
            <a:r>
              <a:rPr lang="en-US" b="0">
                <a:solidFill>
                  <a:srgbClr val="333E48"/>
                </a:solidFill>
                <a:effectLst/>
                <a:latin typeface="Consolas" panose="020B0609020204030204" pitchFamily="49" charset="0"/>
              </a:rPr>
              <a:t>(1);</a:t>
            </a:r>
          </a:p>
          <a:p>
            <a:br>
              <a:rPr lang="en-US" b="0">
                <a:solidFill>
                  <a:srgbClr val="333E48"/>
                </a:solidFill>
                <a:effectLst/>
                <a:latin typeface="Consolas" panose="020B0609020204030204" pitchFamily="49" charset="0"/>
              </a:rPr>
            </a:br>
            <a:r>
              <a:rPr lang="en-US" b="0">
                <a:solidFill>
                  <a:srgbClr val="333E48"/>
                </a:solidFill>
                <a:effectLst/>
                <a:latin typeface="Consolas" panose="020B0609020204030204" pitchFamily="49" charset="0"/>
              </a:rPr>
              <a:t>PWM1.</a:t>
            </a:r>
            <a:r>
              <a:rPr lang="en-US" b="0">
                <a:solidFill>
                  <a:srgbClr val="007A4B"/>
                </a:solidFill>
                <a:effectLst/>
                <a:latin typeface="Consolas" panose="020B0609020204030204" pitchFamily="49" charset="0"/>
              </a:rPr>
              <a:t>pulsewidth_us</a:t>
            </a:r>
            <a:r>
              <a:rPr lang="en-US" b="0">
                <a:solidFill>
                  <a:srgbClr val="333E48"/>
                </a:solidFill>
                <a:effectLst/>
                <a:latin typeface="Consolas" panose="020B0609020204030204" pitchFamily="49" charset="0"/>
              </a:rPr>
              <a:t>(2000);</a:t>
            </a:r>
            <a:r>
              <a:rPr lang="en-US" b="0">
                <a:solidFill>
                  <a:srgbClr val="6F777C"/>
                </a:solidFill>
                <a:effectLst/>
                <a:latin typeface="Consolas" panose="020B0609020204030204" pitchFamily="49" charset="0"/>
              </a:rPr>
              <a:t> // 135 degree</a:t>
            </a:r>
            <a:endParaRPr lang="en-US" b="0">
              <a:solidFill>
                <a:srgbClr val="333E48"/>
              </a:solidFill>
              <a:effectLst/>
              <a:latin typeface="Consolas" panose="020B0609020204030204" pitchFamily="49" charset="0"/>
            </a:endParaRPr>
          </a:p>
          <a:p>
            <a:r>
              <a:rPr lang="en-US" b="0">
                <a:solidFill>
                  <a:srgbClr val="007A4B"/>
                </a:solidFill>
                <a:effectLst/>
                <a:latin typeface="Consolas" panose="020B0609020204030204" pitchFamily="49" charset="0"/>
              </a:rPr>
              <a:t>wait</a:t>
            </a:r>
            <a:r>
              <a:rPr lang="en-US" b="0">
                <a:solidFill>
                  <a:srgbClr val="333E48"/>
                </a:solidFill>
                <a:effectLst/>
                <a:latin typeface="Consolas" panose="020B0609020204030204" pitchFamily="49" charset="0"/>
              </a:rPr>
              <a:t>(1);</a:t>
            </a:r>
          </a:p>
          <a:p>
            <a:br>
              <a:rPr lang="en-US" b="0">
                <a:solidFill>
                  <a:srgbClr val="333E48"/>
                </a:solidFill>
                <a:effectLst/>
                <a:latin typeface="Consolas" panose="020B0609020204030204" pitchFamily="49" charset="0"/>
              </a:rPr>
            </a:br>
            <a:r>
              <a:rPr lang="en-US" b="0">
                <a:solidFill>
                  <a:srgbClr val="333E48"/>
                </a:solidFill>
                <a:effectLst/>
                <a:latin typeface="Consolas" panose="020B0609020204030204" pitchFamily="49" charset="0"/>
              </a:rPr>
              <a:t>PWM1.</a:t>
            </a:r>
            <a:r>
              <a:rPr lang="en-US" b="0">
                <a:solidFill>
                  <a:srgbClr val="007A4B"/>
                </a:solidFill>
                <a:effectLst/>
                <a:latin typeface="Consolas" panose="020B0609020204030204" pitchFamily="49" charset="0"/>
              </a:rPr>
              <a:t>pulsewidth_us</a:t>
            </a:r>
            <a:r>
              <a:rPr lang="en-US" b="0">
                <a:solidFill>
                  <a:srgbClr val="333E48"/>
                </a:solidFill>
                <a:effectLst/>
                <a:latin typeface="Consolas" panose="020B0609020204030204" pitchFamily="49" charset="0"/>
              </a:rPr>
              <a:t>(2500);</a:t>
            </a:r>
            <a:r>
              <a:rPr lang="en-US" b="0">
                <a:solidFill>
                  <a:srgbClr val="6F777C"/>
                </a:solidFill>
                <a:effectLst/>
                <a:latin typeface="Consolas" panose="020B0609020204030204" pitchFamily="49" charset="0"/>
              </a:rPr>
              <a:t>  // 180 degree</a:t>
            </a:r>
            <a:endParaRPr lang="en-US" b="0">
              <a:solidFill>
                <a:srgbClr val="333E48"/>
              </a:solidFill>
              <a:effectLst/>
              <a:latin typeface="Consolas" panose="020B0609020204030204" pitchFamily="49" charset="0"/>
            </a:endParaRPr>
          </a:p>
          <a:p>
            <a:r>
              <a:rPr lang="en-US" b="0">
                <a:solidFill>
                  <a:srgbClr val="007A4B"/>
                </a:solidFill>
                <a:effectLst/>
                <a:latin typeface="Consolas" panose="020B0609020204030204" pitchFamily="49" charset="0"/>
              </a:rPr>
              <a:t>wait</a:t>
            </a:r>
            <a:r>
              <a:rPr lang="en-US" b="0">
                <a:solidFill>
                  <a:srgbClr val="333E48"/>
                </a:solidFill>
                <a:effectLst/>
                <a:latin typeface="Consolas" panose="020B0609020204030204" pitchFamily="49" charset="0"/>
              </a:rPr>
              <a:t>(1);</a:t>
            </a:r>
          </a:p>
          <a:p>
            <a:r>
              <a:rPr lang="en-US" b="0">
                <a:solidFill>
                  <a:srgbClr val="333E48"/>
                </a:solidFill>
                <a:effectLst/>
                <a:latin typeface="Consolas" panose="020B0609020204030204" pitchFamily="49" charset="0"/>
              </a:rPr>
              <a:t>}</a:t>
            </a:r>
          </a:p>
          <a:p>
            <a:r>
              <a:rPr lang="en-US" b="0">
                <a:solidFill>
                  <a:srgbClr val="333E48"/>
                </a:solidFill>
                <a:effectLst/>
                <a:latin typeface="Consolas" panose="020B0609020204030204" pitchFamily="49" charset="0"/>
              </a:rPr>
              <a:t>}</a:t>
            </a:r>
          </a:p>
        </p:txBody>
      </p:sp>
    </p:spTree>
    <p:extLst>
      <p:ext uri="{BB962C8B-B14F-4D97-AF65-F5344CB8AC3E}">
        <p14:creationId xmlns:p14="http://schemas.microsoft.com/office/powerpoint/2010/main" val="216061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LDR</a:t>
            </a:r>
          </a:p>
        </p:txBody>
      </p:sp>
      <p:sp>
        <p:nvSpPr>
          <p:cNvPr id="8" name="TextBox 7"/>
          <p:cNvSpPr txBox="1"/>
          <p:nvPr/>
        </p:nvSpPr>
        <p:spPr>
          <a:xfrm>
            <a:off x="216859" y="1191933"/>
            <a:ext cx="11745907" cy="3970318"/>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Light Dependent Resistor (LDR) or Photoresistor, is a passive electronic component, basically a resistor which has a </a:t>
            </a:r>
            <a:r>
              <a:rPr lang="en-IN" sz="2800">
                <a:solidFill>
                  <a:srgbClr val="C00000"/>
                </a:solidFill>
                <a:latin typeface="Tw Cen MT" panose="020B0602020104020603" pitchFamily="34" charset="0"/>
                <a:cs typeface="Segoe UI" panose="020B0502040204020203" pitchFamily="34" charset="0"/>
              </a:rPr>
              <a:t>resistance that varies depending of the light intensity.</a:t>
            </a:r>
          </a:p>
          <a:p>
            <a:pPr marL="457200" indent="-457200" algn="just">
              <a:buClr>
                <a:schemeClr val="accent5">
                  <a:lumMod val="75000"/>
                </a:schemeClr>
              </a:buClr>
              <a:buFont typeface="Wingdings" panose="05000000000000000000" pitchFamily="2" charset="2"/>
              <a:buChar char="Ø"/>
            </a:pP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The resistance is very </a:t>
            </a:r>
            <a:r>
              <a:rPr lang="en-IN" sz="2800">
                <a:solidFill>
                  <a:srgbClr val="C00000"/>
                </a:solidFill>
                <a:latin typeface="Tw Cen MT" panose="020B0602020104020603" pitchFamily="34" charset="0"/>
                <a:cs typeface="Segoe UI" panose="020B0502040204020203" pitchFamily="34" charset="0"/>
              </a:rPr>
              <a:t>high in darkness </a:t>
            </a:r>
            <a:r>
              <a:rPr lang="en-IN" sz="2800">
                <a:solidFill>
                  <a:schemeClr val="bg1"/>
                </a:solidFill>
                <a:latin typeface="Tw Cen MT" panose="020B0602020104020603" pitchFamily="34" charset="0"/>
                <a:cs typeface="Segoe UI" panose="020B0502040204020203" pitchFamily="34" charset="0"/>
              </a:rPr>
              <a:t>but when there is light that falls on the LDR, the resistance is falling down to low value.</a:t>
            </a:r>
          </a:p>
          <a:p>
            <a:pPr marL="457200" indent="-457200" algn="just">
              <a:buClr>
                <a:schemeClr val="accent5">
                  <a:lumMod val="75000"/>
                </a:schemeClr>
              </a:buClr>
              <a:buFont typeface="Wingdings" panose="05000000000000000000" pitchFamily="2" charset="2"/>
              <a:buChar char="Ø"/>
            </a:pPr>
            <a:endParaRPr lang="en-IN" sz="28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LDRs are very useful in many electronic circuits, especially in </a:t>
            </a:r>
            <a:r>
              <a:rPr lang="en-IN" sz="2800">
                <a:solidFill>
                  <a:srgbClr val="C00000"/>
                </a:solidFill>
                <a:latin typeface="Tw Cen MT" panose="020B0602020104020603" pitchFamily="34" charset="0"/>
                <a:cs typeface="Segoe UI" panose="020B0502040204020203" pitchFamily="34" charset="0"/>
              </a:rPr>
              <a:t>alarms, switching devices, clocks, street lights and more.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6</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- 6</a:t>
            </a:r>
          </a:p>
        </p:txBody>
      </p:sp>
      <p:pic>
        <p:nvPicPr>
          <p:cNvPr id="2050" name="Picture 2" descr="Hookup | Wire up | Arduino to Light Dependent PhotoResistor (LD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1174" y="4894069"/>
            <a:ext cx="2685597" cy="1630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99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50"/>
                                        </p:tgtEl>
                                        <p:attrNameLst>
                                          <p:attrName>style.visibility</p:attrName>
                                        </p:attrNameLst>
                                      </p:cBhvr>
                                      <p:to>
                                        <p:strVal val="visible"/>
                                      </p:to>
                                    </p:set>
                                    <p:animEffect transition="in" filter="fade">
                                      <p:cBhvr>
                                        <p:cTn id="2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293687" y="1059197"/>
            <a:ext cx="11592251" cy="3900876"/>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Auto intensity street light controller </a:t>
            </a:r>
          </a:p>
          <a:p>
            <a:pPr algn="just">
              <a:lnSpc>
                <a:spcPct val="150000"/>
              </a:lnSpc>
              <a:buClr>
                <a:schemeClr val="accent5">
                  <a:lumMod val="75000"/>
                </a:schemeClr>
              </a:buClr>
            </a:pPr>
            <a:r>
              <a:rPr lang="en-IN" sz="2800">
                <a:solidFill>
                  <a:schemeClr val="bg1"/>
                </a:solidFill>
                <a:latin typeface="Tw Cen MT" panose="020B0602020104020603" pitchFamily="34" charset="0"/>
                <a:cs typeface="Segoe UI" panose="020B0502040204020203" pitchFamily="34" charset="0"/>
              </a:rPr>
              <a:t>Write a program to design auto intensity street light controller. This system helps the street light to get switched on automatically as per surrounding brightness. For example, sometimes when the weather become hazy its quite difficult to see anything then at that point this auto intensity street light gets switched on based on present lighting condition. Implement and verify this logic on STM32 board..</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7</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- 6</a:t>
            </a:r>
          </a:p>
        </p:txBody>
      </p:sp>
    </p:spTree>
    <p:extLst>
      <p:ext uri="{BB962C8B-B14F-4D97-AF65-F5344CB8AC3E}">
        <p14:creationId xmlns:p14="http://schemas.microsoft.com/office/powerpoint/2010/main" val="38207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387899" y="1099897"/>
            <a:ext cx="3570742" cy="523220"/>
          </a:xfrm>
          <a:prstGeom prst="rect">
            <a:avLst/>
          </a:prstGeom>
          <a:noFill/>
        </p:spPr>
        <p:txBody>
          <a:bodyPr wrap="square" rtlCol="0">
            <a:spAutoFit/>
          </a:bodyPr>
          <a:lstStyle/>
          <a:p>
            <a:pPr algn="ctr">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Program</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8</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- 6</a:t>
            </a:r>
          </a:p>
        </p:txBody>
      </p:sp>
      <p:pic>
        <p:nvPicPr>
          <p:cNvPr id="2" name="Picture 1"/>
          <p:cNvPicPr>
            <a:picLocks noChangeAspect="1"/>
          </p:cNvPicPr>
          <p:nvPr/>
        </p:nvPicPr>
        <p:blipFill>
          <a:blip r:embed="rId2"/>
          <a:stretch>
            <a:fillRect/>
          </a:stretch>
        </p:blipFill>
        <p:spPr>
          <a:xfrm>
            <a:off x="952917" y="2293031"/>
            <a:ext cx="5998187" cy="3448673"/>
          </a:xfrm>
          <a:prstGeom prst="rect">
            <a:avLst/>
          </a:prstGeom>
        </p:spPr>
      </p:pic>
      <p:sp>
        <p:nvSpPr>
          <p:cNvPr id="13" name="TextBox 12"/>
          <p:cNvSpPr txBox="1"/>
          <p:nvPr/>
        </p:nvSpPr>
        <p:spPr>
          <a:xfrm>
            <a:off x="6818436" y="1222218"/>
            <a:ext cx="3570742" cy="523220"/>
          </a:xfrm>
          <a:prstGeom prst="rect">
            <a:avLst/>
          </a:prstGeom>
          <a:noFill/>
        </p:spPr>
        <p:txBody>
          <a:bodyPr wrap="square" rtlCol="0">
            <a:spAutoFit/>
          </a:bodyPr>
          <a:lstStyle/>
          <a:p>
            <a:pPr algn="ctr">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Connection diagram</a:t>
            </a:r>
          </a:p>
        </p:txBody>
      </p:sp>
      <p:pic>
        <p:nvPicPr>
          <p:cNvPr id="3" name="Picture 2"/>
          <p:cNvPicPr>
            <a:picLocks noChangeAspect="1"/>
          </p:cNvPicPr>
          <p:nvPr/>
        </p:nvPicPr>
        <p:blipFill>
          <a:blip r:embed="rId3"/>
          <a:stretch>
            <a:fillRect/>
          </a:stretch>
        </p:blipFill>
        <p:spPr>
          <a:xfrm>
            <a:off x="7298803" y="1745438"/>
            <a:ext cx="3510554" cy="4526591"/>
          </a:xfrm>
          <a:prstGeom prst="rect">
            <a:avLst/>
          </a:prstGeom>
        </p:spPr>
      </p:pic>
    </p:spTree>
    <p:extLst>
      <p:ext uri="{BB962C8B-B14F-4D97-AF65-F5344CB8AC3E}">
        <p14:creationId xmlns:p14="http://schemas.microsoft.com/office/powerpoint/2010/main" val="1706030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CHALLENGING TASK</a:t>
            </a:r>
          </a:p>
        </p:txBody>
      </p:sp>
      <p:sp>
        <p:nvSpPr>
          <p:cNvPr id="8" name="TextBox 7"/>
          <p:cNvSpPr txBox="1"/>
          <p:nvPr/>
        </p:nvSpPr>
        <p:spPr>
          <a:xfrm>
            <a:off x="293687" y="1059197"/>
            <a:ext cx="11592251" cy="3262432"/>
          </a:xfrm>
          <a:prstGeom prst="rect">
            <a:avLst/>
          </a:prstGeom>
          <a:noFill/>
        </p:spPr>
        <p:txBody>
          <a:bodyPr wrap="square" rtlCol="0">
            <a:spAutoFit/>
          </a:bodyPr>
          <a:lstStyle/>
          <a:p>
            <a:pPr algn="ctr">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Solar tracking system</a:t>
            </a:r>
          </a:p>
          <a:p>
            <a:pPr algn="just">
              <a:buClr>
                <a:schemeClr val="accent5">
                  <a:lumMod val="75000"/>
                </a:schemeClr>
              </a:buClr>
            </a:pPr>
            <a:endParaRPr lang="en-IN" sz="1000">
              <a:solidFill>
                <a:schemeClr val="bg1"/>
              </a:solidFill>
              <a:latin typeface="Tw Cen MT" panose="020B0602020104020603" pitchFamily="34" charset="0"/>
              <a:cs typeface="Segoe UI" panose="020B0502040204020203" pitchFamily="34" charset="0"/>
            </a:endParaRP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Write a program to design a solar tracking system for harvesting solar energy efficiently by the solar panels. This system is constructed  by  fitting  two  LDRs, angled  away  from  each  other  by  around  90,  to  a  servo. Continuously read  the light  value  sensed  by  the  two  LDRs  and  rotates  the  servo so  that  each  is  receiving  equal  light.  As  a  sun-tracking  system  will  be  located  to  track  the  sun  from sunrise to sunset, i.e. not more than 180. Also, display both LDR values and present Servo motor position on LCD. Implement and verify this logic on STM32 board.</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3DF17193-CF08-4BF3-A8F6-379625FD2D38}" type="slidenum">
              <a:rPr lang="en-US" sz="1400" b="1" smtClean="0">
                <a:solidFill>
                  <a:schemeClr val="bg1"/>
                </a:solidFill>
                <a:latin typeface="Century Gothic" panose="020B0502020202020204" pitchFamily="34" charset="0"/>
              </a:rPr>
              <a:t>9</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- 6</a:t>
            </a:r>
          </a:p>
        </p:txBody>
      </p:sp>
      <p:pic>
        <p:nvPicPr>
          <p:cNvPr id="2" name="Picture 1"/>
          <p:cNvPicPr>
            <a:picLocks noChangeAspect="1"/>
          </p:cNvPicPr>
          <p:nvPr/>
        </p:nvPicPr>
        <p:blipFill>
          <a:blip r:embed="rId2"/>
          <a:stretch>
            <a:fillRect/>
          </a:stretch>
        </p:blipFill>
        <p:spPr>
          <a:xfrm>
            <a:off x="679578" y="4788017"/>
            <a:ext cx="2997653" cy="1596709"/>
          </a:xfrm>
          <a:prstGeom prst="rect">
            <a:avLst/>
          </a:prstGeom>
        </p:spPr>
      </p:pic>
      <p:pic>
        <p:nvPicPr>
          <p:cNvPr id="3" name="Picture 2"/>
          <p:cNvPicPr>
            <a:picLocks noChangeAspect="1"/>
          </p:cNvPicPr>
          <p:nvPr/>
        </p:nvPicPr>
        <p:blipFill>
          <a:blip r:embed="rId3"/>
          <a:stretch>
            <a:fillRect/>
          </a:stretch>
        </p:blipFill>
        <p:spPr>
          <a:xfrm>
            <a:off x="4296454" y="4814684"/>
            <a:ext cx="2724831" cy="1534541"/>
          </a:xfrm>
          <a:prstGeom prst="rect">
            <a:avLst/>
          </a:prstGeom>
        </p:spPr>
      </p:pic>
      <p:pic>
        <p:nvPicPr>
          <p:cNvPr id="4" name="Picture 3"/>
          <p:cNvPicPr>
            <a:picLocks noChangeAspect="1"/>
          </p:cNvPicPr>
          <p:nvPr/>
        </p:nvPicPr>
        <p:blipFill>
          <a:blip r:embed="rId4"/>
          <a:stretch>
            <a:fillRect/>
          </a:stretch>
        </p:blipFill>
        <p:spPr>
          <a:xfrm>
            <a:off x="8237084" y="4690960"/>
            <a:ext cx="3029631" cy="1602851"/>
          </a:xfrm>
          <a:prstGeom prst="rect">
            <a:avLst/>
          </a:prstGeom>
        </p:spPr>
      </p:pic>
    </p:spTree>
    <p:extLst>
      <p:ext uri="{BB962C8B-B14F-4D97-AF65-F5344CB8AC3E}">
        <p14:creationId xmlns:p14="http://schemas.microsoft.com/office/powerpoint/2010/main" val="35516653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086&quot;&gt;&lt;property id=&quot;20148&quot; value=&quot;5&quot;/&gt;&lt;property id=&quot;20300&quot; value=&quot;Slide 11 - &amp;quot;THANK   YOU&amp;quot;&quot;/&gt;&lt;property id=&quot;20307&quot; value=&quot;259&quot;/&gt;&lt;/object&gt;&lt;object type=&quot;3&quot; unique_id=&quot;10213&quot;&gt;&lt;property id=&quot;20148&quot; value=&quot;5&quot;/&gt;&lt;property id=&quot;20300&quot; value=&quot;Slide 2&quot;/&gt;&lt;property id=&quot;20307&quot; value=&quot;260&quot;/&gt;&lt;/object&gt;&lt;object type=&quot;3&quot; unique_id=&quot;10451&quot;&gt;&lt;property id=&quot;20148&quot; value=&quot;5&quot;/&gt;&lt;property id=&quot;20300&quot; value=&quot;Slide 3&quot;/&gt;&lt;property id=&quot;20307&quot; value=&quot;267&quot;/&gt;&lt;/object&gt;&lt;object type=&quot;3&quot; unique_id=&quot;10717&quot;&gt;&lt;property id=&quot;20148&quot; value=&quot;5&quot;/&gt;&lt;property id=&quot;20300&quot; value=&quot;Slide 4&quot;/&gt;&lt;property id=&quot;20307&quot; value=&quot;268&quot;/&gt;&lt;/object&gt;&lt;object type=&quot;3&quot; unique_id=&quot;10718&quot;&gt;&lt;property id=&quot;20148&quot; value=&quot;5&quot;/&gt;&lt;property id=&quot;20300&quot; value=&quot;Slide 5&quot;/&gt;&lt;property id=&quot;20307&quot; value=&quot;269&quot;/&gt;&lt;/object&gt;&lt;object type=&quot;3&quot; unique_id=&quot;10719&quot;&gt;&lt;property id=&quot;20148&quot; value=&quot;5&quot;/&gt;&lt;property id=&quot;20300&quot; value=&quot;Slide 6&quot;/&gt;&lt;property id=&quot;20307&quot; value=&quot;270&quot;/&gt;&lt;/object&gt;&lt;object type=&quot;3&quot; unique_id=&quot;10788&quot;&gt;&lt;property id=&quot;20148&quot; value=&quot;5&quot;/&gt;&lt;property id=&quot;20300&quot; value=&quot;Slide 7&quot;/&gt;&lt;property id=&quot;20307&quot; value=&quot;271&quot;/&gt;&lt;/object&gt;&lt;object type=&quot;3&quot; unique_id=&quot;10819&quot;&gt;&lt;property id=&quot;20148&quot; value=&quot;5&quot;/&gt;&lt;property id=&quot;20300&quot; value=&quot;Slide 8&quot;/&gt;&lt;property id=&quot;20307&quot; value=&quot;272&quot;/&gt;&lt;/object&gt;&lt;object type=&quot;3&quot; unique_id=&quot;10875&quot;&gt;&lt;property id=&quot;20148&quot; value=&quot;5&quot;/&gt;&lt;property id=&quot;20300&quot; value=&quot;Slide 9&quot;/&gt;&lt;property id=&quot;20307&quot; value=&quot;273&quot;/&gt;&lt;/object&gt;&lt;object type=&quot;3&quot; unique_id=&quot;10912&quot;&gt;&lt;property id=&quot;20148&quot; value=&quot;5&quot;/&gt;&lt;property id=&quot;20300&quot; value=&quot;Slide 10&quot;/&gt;&lt;property id=&quot;20307&quot; value=&quot;27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30828B62F68548B536606B169F73C7" ma:contentTypeVersion="4" ma:contentTypeDescription="Create a new document." ma:contentTypeScope="" ma:versionID="e81a1a7dd6fade02954d078aa3427748">
  <xsd:schema xmlns:xsd="http://www.w3.org/2001/XMLSchema" xmlns:xs="http://www.w3.org/2001/XMLSchema" xmlns:p="http://schemas.microsoft.com/office/2006/metadata/properties" xmlns:ns2="f8b3528e-c29d-4111-b526-c93a7a094c4f" targetNamespace="http://schemas.microsoft.com/office/2006/metadata/properties" ma:root="true" ma:fieldsID="09227fdc07b02cec8d2dcb19b26e5d97" ns2:_="">
    <xsd:import namespace="f8b3528e-c29d-4111-b526-c93a7a094c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b3528e-c29d-4111-b526-c93a7a094c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D26BB7-C72F-44DF-BA7B-55D8F031FCBF}">
  <ds:schemaRefs>
    <ds:schemaRef ds:uri="f8b3528e-c29d-4111-b526-c93a7a094c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BD405A0-78BD-4D65-A756-9DAEC4E0F7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TC103457452[[fn=Celestial]]</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FPGA Based Flexible Autopilot Platform for Unmanned Systems</dc:title>
  <dc:creator>Naveen Raja N</dc:creator>
  <cp:revision>1</cp:revision>
  <dcterms:created xsi:type="dcterms:W3CDTF">2013-10-21T17:01:43Z</dcterms:created>
  <dcterms:modified xsi:type="dcterms:W3CDTF">2024-09-11T17:39:42Z</dcterms:modified>
</cp:coreProperties>
</file>