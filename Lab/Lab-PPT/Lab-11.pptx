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sldIdLst>
    <p:sldId id="283" r:id="rId4"/>
    <p:sldId id="286" r:id="rId5"/>
    <p:sldId id="317" r:id="rId6"/>
    <p:sldId id="318" r:id="rId7"/>
    <p:sldId id="321" r:id="rId8"/>
    <p:sldId id="326" r:id="rId9"/>
    <p:sldId id="296" r:id="rId10"/>
    <p:sldId id="287" r:id="rId11"/>
    <p:sldId id="288" r:id="rId12"/>
    <p:sldId id="300" r:id="rId13"/>
    <p:sldId id="322" r:id="rId14"/>
    <p:sldId id="327" r:id="rId15"/>
    <p:sldId id="324" r:id="rId16"/>
    <p:sldId id="328" r:id="rId17"/>
    <p:sldId id="325" r:id="rId18"/>
    <p:sldId id="259" r:id="rId19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3300"/>
    <a:srgbClr val="FF9900"/>
    <a:srgbClr val="04DA18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3EA66-75C4-1AD2-868D-9FAD9F4CF601}" v="4" dt="2024-11-19T09:40:07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e Manas" userId="S::kole.manas2021@vitstudent.ac.in::da367d7f-be49-40c4-8884-61015b4cac44" providerId="AD" clId="Web-{B0D295E8-64AB-272C-4BC5-6AA2E509C50C}"/>
    <pc:docChg chg="modSld">
      <pc:chgData name="Kole Manas" userId="S::kole.manas2021@vitstudent.ac.in::da367d7f-be49-40c4-8884-61015b4cac44" providerId="AD" clId="Web-{B0D295E8-64AB-272C-4BC5-6AA2E509C50C}" dt="2024-10-23T07:12:29.575" v="3" actId="1076"/>
      <pc:docMkLst>
        <pc:docMk/>
      </pc:docMkLst>
      <pc:sldChg chg="modSp">
        <pc:chgData name="Kole Manas" userId="S::kole.manas2021@vitstudent.ac.in::da367d7f-be49-40c4-8884-61015b4cac44" providerId="AD" clId="Web-{B0D295E8-64AB-272C-4BC5-6AA2E509C50C}" dt="2024-10-23T07:12:29.575" v="3" actId="1076"/>
        <pc:sldMkLst>
          <pc:docMk/>
          <pc:sldMk cId="3337806367" sldId="322"/>
        </pc:sldMkLst>
        <pc:picChg chg="mod">
          <ac:chgData name="Kole Manas" userId="S::kole.manas2021@vitstudent.ac.in::da367d7f-be49-40c4-8884-61015b4cac44" providerId="AD" clId="Web-{B0D295E8-64AB-272C-4BC5-6AA2E509C50C}" dt="2024-10-23T07:12:29.575" v="3" actId="1076"/>
          <ac:picMkLst>
            <pc:docMk/>
            <pc:sldMk cId="3337806367" sldId="322"/>
            <ac:picMk id="3" creationId="{00000000-0000-0000-0000-000000000000}"/>
          </ac:picMkLst>
        </pc:picChg>
        <pc:picChg chg="mod">
          <ac:chgData name="Kole Manas" userId="S::kole.manas2021@vitstudent.ac.in::da367d7f-be49-40c4-8884-61015b4cac44" providerId="AD" clId="Web-{B0D295E8-64AB-272C-4BC5-6AA2E509C50C}" dt="2024-10-23T07:12:27.246" v="2" actId="1076"/>
          <ac:picMkLst>
            <pc:docMk/>
            <pc:sldMk cId="3337806367" sldId="322"/>
            <ac:picMk id="4" creationId="{00000000-0000-0000-0000-000000000000}"/>
          </ac:picMkLst>
        </pc:picChg>
      </pc:sldChg>
    </pc:docChg>
  </pc:docChgLst>
  <pc:docChgLst>
    <pc:chgData name="Vishal Sundar M" userId="S::vishalsundar.m2021@vitstudent.ac.in::a420a01a-0016-4f25-b95f-2968c7c096cf" providerId="AD" clId="Web-{53D6F407-2DCE-AFDE-44EB-098F303A0A70}"/>
    <pc:docChg chg="modSld">
      <pc:chgData name="Vishal Sundar M" userId="S::vishalsundar.m2021@vitstudent.ac.in::a420a01a-0016-4f25-b95f-2968c7c096cf" providerId="AD" clId="Web-{53D6F407-2DCE-AFDE-44EB-098F303A0A70}" dt="2024-10-22T18:31:29.792" v="3" actId="1076"/>
      <pc:docMkLst>
        <pc:docMk/>
      </pc:docMkLst>
      <pc:sldChg chg="modSp">
        <pc:chgData name="Vishal Sundar M" userId="S::vishalsundar.m2021@vitstudent.ac.in::a420a01a-0016-4f25-b95f-2968c7c096cf" providerId="AD" clId="Web-{53D6F407-2DCE-AFDE-44EB-098F303A0A70}" dt="2024-10-22T18:31:29.792" v="3" actId="1076"/>
        <pc:sldMkLst>
          <pc:docMk/>
          <pc:sldMk cId="2914867296" sldId="318"/>
        </pc:sldMkLst>
        <pc:picChg chg="mod">
          <ac:chgData name="Vishal Sundar M" userId="S::vishalsundar.m2021@vitstudent.ac.in::a420a01a-0016-4f25-b95f-2968c7c096cf" providerId="AD" clId="Web-{53D6F407-2DCE-AFDE-44EB-098F303A0A70}" dt="2024-10-22T18:31:28.120" v="2" actId="14100"/>
          <ac:picMkLst>
            <pc:docMk/>
            <pc:sldMk cId="2914867296" sldId="318"/>
            <ac:picMk id="3" creationId="{00000000-0000-0000-0000-000000000000}"/>
          </ac:picMkLst>
        </pc:picChg>
        <pc:picChg chg="mod">
          <ac:chgData name="Vishal Sundar M" userId="S::vishalsundar.m2021@vitstudent.ac.in::a420a01a-0016-4f25-b95f-2968c7c096cf" providerId="AD" clId="Web-{53D6F407-2DCE-AFDE-44EB-098F303A0A70}" dt="2024-10-22T18:31:29.792" v="3" actId="1076"/>
          <ac:picMkLst>
            <pc:docMk/>
            <pc:sldMk cId="2914867296" sldId="318"/>
            <ac:picMk id="6" creationId="{3EA06458-439F-E6B7-FFA6-D8CDC273388C}"/>
          </ac:picMkLst>
        </pc:picChg>
      </pc:sldChg>
    </pc:docChg>
  </pc:docChgLst>
  <pc:docChgLst>
    <pc:chgData name="Kole Manas" userId="S::kole.manas2021@vitstudent.ac.in::da367d7f-be49-40c4-8884-61015b4cac44" providerId="AD" clId="Web-{E189C15F-DF55-7764-F7A7-298757B7F0CF}"/>
    <pc:docChg chg="modSld">
      <pc:chgData name="Kole Manas" userId="S::kole.manas2021@vitstudent.ac.in::da367d7f-be49-40c4-8884-61015b4cac44" providerId="AD" clId="Web-{E189C15F-DF55-7764-F7A7-298757B7F0CF}" dt="2024-10-23T08:51:19.058" v="1" actId="1076"/>
      <pc:docMkLst>
        <pc:docMk/>
      </pc:docMkLst>
      <pc:sldChg chg="modSp">
        <pc:chgData name="Kole Manas" userId="S::kole.manas2021@vitstudent.ac.in::da367d7f-be49-40c4-8884-61015b4cac44" providerId="AD" clId="Web-{E189C15F-DF55-7764-F7A7-298757B7F0CF}" dt="2024-10-23T08:51:19.058" v="1" actId="1076"/>
        <pc:sldMkLst>
          <pc:docMk/>
          <pc:sldMk cId="1315452350" sldId="287"/>
        </pc:sldMkLst>
        <pc:picChg chg="mod">
          <ac:chgData name="Kole Manas" userId="S::kole.manas2021@vitstudent.ac.in::da367d7f-be49-40c4-8884-61015b4cac44" providerId="AD" clId="Web-{E189C15F-DF55-7764-F7A7-298757B7F0CF}" dt="2024-10-23T08:51:19.058" v="1" actId="1076"/>
          <ac:picMkLst>
            <pc:docMk/>
            <pc:sldMk cId="1315452350" sldId="287"/>
            <ac:picMk id="3" creationId="{00000000-0000-0000-0000-000000000000}"/>
          </ac:picMkLst>
        </pc:picChg>
      </pc:sldChg>
    </pc:docChg>
  </pc:docChgLst>
  <pc:docChgLst>
    <pc:chgData name="Gokul S" userId="S::gokul.s2021a@vitstudent.ac.in::620c9d07-62ab-4dda-98b4-4e5581977fc3" providerId="AD" clId="Web-{8EF7B324-0E04-2A6C-3F25-FB620620B786}"/>
    <pc:docChg chg="modSld">
      <pc:chgData name="Gokul S" userId="S::gokul.s2021a@vitstudent.ac.in::620c9d07-62ab-4dda-98b4-4e5581977fc3" providerId="AD" clId="Web-{8EF7B324-0E04-2A6C-3F25-FB620620B786}" dt="2024-10-23T10:01:42.071" v="0" actId="1076"/>
      <pc:docMkLst>
        <pc:docMk/>
      </pc:docMkLst>
      <pc:sldChg chg="modSp">
        <pc:chgData name="Gokul S" userId="S::gokul.s2021a@vitstudent.ac.in::620c9d07-62ab-4dda-98b4-4e5581977fc3" providerId="AD" clId="Web-{8EF7B324-0E04-2A6C-3F25-FB620620B786}" dt="2024-10-23T10:01:42.071" v="0" actId="1076"/>
        <pc:sldMkLst>
          <pc:docMk/>
          <pc:sldMk cId="2035178753" sldId="328"/>
        </pc:sldMkLst>
        <pc:picChg chg="mod">
          <ac:chgData name="Gokul S" userId="S::gokul.s2021a@vitstudent.ac.in::620c9d07-62ab-4dda-98b4-4e5581977fc3" providerId="AD" clId="Web-{8EF7B324-0E04-2A6C-3F25-FB620620B786}" dt="2024-10-23T10:01:42.071" v="0" actId="1076"/>
          <ac:picMkLst>
            <pc:docMk/>
            <pc:sldMk cId="2035178753" sldId="328"/>
            <ac:picMk id="3" creationId="{07CF941D-8216-045A-7B5B-C8D3B11B0A4A}"/>
          </ac:picMkLst>
        </pc:picChg>
      </pc:sldChg>
    </pc:docChg>
  </pc:docChgLst>
  <pc:docChgLst>
    <pc:chgData name="Manoj kumar Rajagopal" userId="bd51e952637bcf16" providerId="LiveId" clId="{A343F021-271E-46DC-A0DF-AB5022B40B7C}"/>
    <pc:docChg chg="undo custSel addSld modSld sldOrd">
      <pc:chgData name="Manoj kumar Rajagopal" userId="bd51e952637bcf16" providerId="LiveId" clId="{A343F021-271E-46DC-A0DF-AB5022B40B7C}" dt="2024-04-09T12:33:38.478" v="111"/>
      <pc:docMkLst>
        <pc:docMk/>
      </pc:docMkLst>
      <pc:sldChg chg="mod modShow">
        <pc:chgData name="Manoj kumar Rajagopal" userId="bd51e952637bcf16" providerId="LiveId" clId="{A343F021-271E-46DC-A0DF-AB5022B40B7C}" dt="2024-04-09T12:26:15.597" v="98" actId="729"/>
        <pc:sldMkLst>
          <pc:docMk/>
          <pc:sldMk cId="2338714057" sldId="259"/>
        </pc:sldMkLst>
      </pc:sldChg>
      <pc:sldChg chg="addSp modSp mod">
        <pc:chgData name="Manoj kumar Rajagopal" userId="bd51e952637bcf16" providerId="LiveId" clId="{A343F021-271E-46DC-A0DF-AB5022B40B7C}" dt="2024-04-09T12:24:49.579" v="97"/>
        <pc:sldMkLst>
          <pc:docMk/>
          <pc:sldMk cId="1315452350" sldId="287"/>
        </pc:sldMkLst>
      </pc:sldChg>
      <pc:sldChg chg="addSp delSp modSp mod modAnim">
        <pc:chgData name="Manoj kumar Rajagopal" userId="bd51e952637bcf16" providerId="LiveId" clId="{A343F021-271E-46DC-A0DF-AB5022B40B7C}" dt="2024-04-09T12:33:38.478" v="111"/>
        <pc:sldMkLst>
          <pc:docMk/>
          <pc:sldMk cId="2914867296" sldId="318"/>
        </pc:sldMkLst>
      </pc:sldChg>
      <pc:sldChg chg="mod modShow">
        <pc:chgData name="Manoj kumar Rajagopal" userId="bd51e952637bcf16" providerId="LiveId" clId="{A343F021-271E-46DC-A0DF-AB5022B40B7C}" dt="2024-04-09T12:12:06.084" v="7" actId="729"/>
        <pc:sldMkLst>
          <pc:docMk/>
          <pc:sldMk cId="3290035390" sldId="321"/>
        </pc:sldMkLst>
      </pc:sldChg>
      <pc:sldChg chg="delSp modSp mod">
        <pc:chgData name="Manoj kumar Rajagopal" userId="bd51e952637bcf16" providerId="LiveId" clId="{A343F021-271E-46DC-A0DF-AB5022B40B7C}" dt="2024-04-09T12:27:33.058" v="101"/>
        <pc:sldMkLst>
          <pc:docMk/>
          <pc:sldMk cId="3337806367" sldId="322"/>
        </pc:sldMkLst>
      </pc:sldChg>
      <pc:sldChg chg="addSp delSp modSp add mod addAnim delAnim modAnim">
        <pc:chgData name="Manoj kumar Rajagopal" userId="bd51e952637bcf16" providerId="LiveId" clId="{A343F021-271E-46DC-A0DF-AB5022B40B7C}" dt="2024-04-09T12:12:35.458" v="11" actId="1076"/>
        <pc:sldMkLst>
          <pc:docMk/>
          <pc:sldMk cId="2778527500" sldId="326"/>
        </pc:sldMkLst>
      </pc:sldChg>
      <pc:sldChg chg="addSp delSp modSp add mod">
        <pc:chgData name="Manoj kumar Rajagopal" userId="bd51e952637bcf16" providerId="LiveId" clId="{A343F021-271E-46DC-A0DF-AB5022B40B7C}" dt="2024-04-09T12:27:55.363" v="102" actId="14100"/>
        <pc:sldMkLst>
          <pc:docMk/>
          <pc:sldMk cId="2211371477" sldId="327"/>
        </pc:sldMkLst>
      </pc:sldChg>
      <pc:sldChg chg="addSp delSp modSp add mod ord">
        <pc:chgData name="Manoj kumar Rajagopal" userId="bd51e952637bcf16" providerId="LiveId" clId="{A343F021-271E-46DC-A0DF-AB5022B40B7C}" dt="2024-04-09T12:24:26.577" v="95"/>
        <pc:sldMkLst>
          <pc:docMk/>
          <pc:sldMk cId="2035178753" sldId="328"/>
        </pc:sldMkLst>
      </pc:sldChg>
    </pc:docChg>
  </pc:docChgLst>
  <pc:docChgLst>
    <pc:chgData name="Heshwar" userId="S::heshwar.2021@vitstudent.ac.in::668b571b-2051-47c4-8396-181c54bb79fe" providerId="AD" clId="Web-{54459861-B6E3-5FD7-6782-28898250C13A}"/>
    <pc:docChg chg="modSld">
      <pc:chgData name="Heshwar" userId="S::heshwar.2021@vitstudent.ac.in::668b571b-2051-47c4-8396-181c54bb79fe" providerId="AD" clId="Web-{54459861-B6E3-5FD7-6782-28898250C13A}" dt="2024-10-23T09:08:30.143" v="2" actId="1076"/>
      <pc:docMkLst>
        <pc:docMk/>
      </pc:docMkLst>
      <pc:sldChg chg="modSp">
        <pc:chgData name="Heshwar" userId="S::heshwar.2021@vitstudent.ac.in::668b571b-2051-47c4-8396-181c54bb79fe" providerId="AD" clId="Web-{54459861-B6E3-5FD7-6782-28898250C13A}" dt="2024-10-23T09:08:30.143" v="2" actId="1076"/>
        <pc:sldMkLst>
          <pc:docMk/>
          <pc:sldMk cId="1315452350" sldId="287"/>
        </pc:sldMkLst>
        <pc:picChg chg="mod">
          <ac:chgData name="Heshwar" userId="S::heshwar.2021@vitstudent.ac.in::668b571b-2051-47c4-8396-181c54bb79fe" providerId="AD" clId="Web-{54459861-B6E3-5FD7-6782-28898250C13A}" dt="2024-10-23T08:50:24.385" v="0" actId="1076"/>
          <ac:picMkLst>
            <pc:docMk/>
            <pc:sldMk cId="1315452350" sldId="287"/>
            <ac:picMk id="2" creationId="{00000000-0000-0000-0000-000000000000}"/>
          </ac:picMkLst>
        </pc:picChg>
        <pc:picChg chg="mod">
          <ac:chgData name="Heshwar" userId="S::heshwar.2021@vitstudent.ac.in::668b571b-2051-47c4-8396-181c54bb79fe" providerId="AD" clId="Web-{54459861-B6E3-5FD7-6782-28898250C13A}" dt="2024-10-23T09:08:30.143" v="2" actId="1076"/>
          <ac:picMkLst>
            <pc:docMk/>
            <pc:sldMk cId="1315452350" sldId="287"/>
            <ac:picMk id="6" creationId="{D31DAC58-552F-DACD-E281-A9A9DCA1D83A}"/>
          </ac:picMkLst>
        </pc:picChg>
      </pc:sldChg>
    </pc:docChg>
  </pc:docChgLst>
  <pc:docChgLst>
    <pc:chgData name="Kole Manas" userId="S::kole.manas2021@vitstudent.ac.in::da367d7f-be49-40c4-8884-61015b4cac44" providerId="AD" clId="Web-{BBA8C274-1E01-47AE-A8BF-AA494E91CCB0}"/>
    <pc:docChg chg="modSld">
      <pc:chgData name="Kole Manas" userId="S::kole.manas2021@vitstudent.ac.in::da367d7f-be49-40c4-8884-61015b4cac44" providerId="AD" clId="Web-{BBA8C274-1E01-47AE-A8BF-AA494E91CCB0}" dt="2024-10-23T07:18:21.909" v="3" actId="20577"/>
      <pc:docMkLst>
        <pc:docMk/>
      </pc:docMkLst>
      <pc:sldChg chg="modSp">
        <pc:chgData name="Kole Manas" userId="S::kole.manas2021@vitstudent.ac.in::da367d7f-be49-40c4-8884-61015b4cac44" providerId="AD" clId="Web-{BBA8C274-1E01-47AE-A8BF-AA494E91CCB0}" dt="2024-10-23T07:18:21.909" v="3" actId="20577"/>
        <pc:sldMkLst>
          <pc:docMk/>
          <pc:sldMk cId="3557484627" sldId="324"/>
        </pc:sldMkLst>
        <pc:spChg chg="mod">
          <ac:chgData name="Kole Manas" userId="S::kole.manas2021@vitstudent.ac.in::da367d7f-be49-40c4-8884-61015b4cac44" providerId="AD" clId="Web-{BBA8C274-1E01-47AE-A8BF-AA494E91CCB0}" dt="2024-10-23T07:18:21.909" v="3" actId="20577"/>
          <ac:spMkLst>
            <pc:docMk/>
            <pc:sldMk cId="3557484627" sldId="324"/>
            <ac:spMk id="8" creationId="{00000000-0000-0000-0000-000000000000}"/>
          </ac:spMkLst>
        </pc:spChg>
      </pc:sldChg>
    </pc:docChg>
  </pc:docChgLst>
  <pc:docChgLst>
    <pc:chgData name="Manashwini R" userId="S::manashwini.r2021@vitstudent.ac.in::aa318c47-6b80-4d9b-8552-a30e9266533c" providerId="AD" clId="Web-{DBC46379-E1ED-410B-9382-9319A69CBB01}"/>
    <pc:docChg chg="modSld">
      <pc:chgData name="Manashwini R" userId="S::manashwini.r2021@vitstudent.ac.in::aa318c47-6b80-4d9b-8552-a30e9266533c" providerId="AD" clId="Web-{DBC46379-E1ED-410B-9382-9319A69CBB01}" dt="2024-10-25T17:29:28.215" v="4" actId="1076"/>
      <pc:docMkLst>
        <pc:docMk/>
      </pc:docMkLst>
      <pc:sldChg chg="modSp">
        <pc:chgData name="Manashwini R" userId="S::manashwini.r2021@vitstudent.ac.in::aa318c47-6b80-4d9b-8552-a30e9266533c" providerId="AD" clId="Web-{DBC46379-E1ED-410B-9382-9319A69CBB01}" dt="2024-10-25T17:15:15.159" v="1"/>
        <pc:sldMkLst>
          <pc:docMk/>
          <pc:sldMk cId="1315452350" sldId="287"/>
        </pc:sldMkLst>
        <pc:picChg chg="mod modCrop">
          <ac:chgData name="Manashwini R" userId="S::manashwini.r2021@vitstudent.ac.in::aa318c47-6b80-4d9b-8552-a30e9266533c" providerId="AD" clId="Web-{DBC46379-E1ED-410B-9382-9319A69CBB01}" dt="2024-10-25T17:15:15.159" v="1"/>
          <ac:picMkLst>
            <pc:docMk/>
            <pc:sldMk cId="1315452350" sldId="287"/>
            <ac:picMk id="2" creationId="{00000000-0000-0000-0000-000000000000}"/>
          </ac:picMkLst>
        </pc:picChg>
      </pc:sldChg>
      <pc:sldChg chg="addSp delSp modSp">
        <pc:chgData name="Manashwini R" userId="S::manashwini.r2021@vitstudent.ac.in::aa318c47-6b80-4d9b-8552-a30e9266533c" providerId="AD" clId="Web-{DBC46379-E1ED-410B-9382-9319A69CBB01}" dt="2024-10-25T17:29:28.215" v="4" actId="1076"/>
        <pc:sldMkLst>
          <pc:docMk/>
          <pc:sldMk cId="2016812974" sldId="300"/>
        </pc:sldMkLst>
        <pc:picChg chg="add del mod">
          <ac:chgData name="Manashwini R" userId="S::manashwini.r2021@vitstudent.ac.in::aa318c47-6b80-4d9b-8552-a30e9266533c" providerId="AD" clId="Web-{DBC46379-E1ED-410B-9382-9319A69CBB01}" dt="2024-10-25T17:29:28.215" v="4" actId="1076"/>
          <ac:picMkLst>
            <pc:docMk/>
            <pc:sldMk cId="2016812974" sldId="300"/>
            <ac:picMk id="3" creationId="{00000000-0000-0000-0000-000000000000}"/>
          </ac:picMkLst>
        </pc:picChg>
      </pc:sldChg>
    </pc:docChg>
  </pc:docChgLst>
  <pc:docChgLst>
    <pc:chgData name="Sudharshan R" userId="S::sudharshan.r2021@vitstudent.ac.in::2e20cbfc-422d-4d57-b15c-c0b863af5aad" providerId="AD" clId="Web-{1E03EA66-75C4-1AD2-868D-9FAD9F4CF601}"/>
    <pc:docChg chg="modSld">
      <pc:chgData name="Sudharshan R" userId="S::sudharshan.r2021@vitstudent.ac.in::2e20cbfc-422d-4d57-b15c-c0b863af5aad" providerId="AD" clId="Web-{1E03EA66-75C4-1AD2-868D-9FAD9F4CF601}" dt="2024-11-19T09:40:07.343" v="1" actId="20577"/>
      <pc:docMkLst>
        <pc:docMk/>
      </pc:docMkLst>
      <pc:sldChg chg="modSp">
        <pc:chgData name="Sudharshan R" userId="S::sudharshan.r2021@vitstudent.ac.in::2e20cbfc-422d-4d57-b15c-c0b863af5aad" providerId="AD" clId="Web-{1E03EA66-75C4-1AD2-868D-9FAD9F4CF601}" dt="2024-11-19T09:40:07.343" v="1" actId="20577"/>
        <pc:sldMkLst>
          <pc:docMk/>
          <pc:sldMk cId="3557484627" sldId="324"/>
        </pc:sldMkLst>
        <pc:spChg chg="mod">
          <ac:chgData name="Sudharshan R" userId="S::sudharshan.r2021@vitstudent.ac.in::2e20cbfc-422d-4d57-b15c-c0b863af5aad" providerId="AD" clId="Web-{1E03EA66-75C4-1AD2-868D-9FAD9F4CF601}" dt="2024-11-19T09:40:07.343" v="1" actId="20577"/>
          <ac:spMkLst>
            <pc:docMk/>
            <pc:sldMk cId="3557484627" sldId="324"/>
            <ac:spMk id="8" creationId="{00000000-0000-0000-0000-000000000000}"/>
          </ac:spMkLst>
        </pc:spChg>
      </pc:sldChg>
    </pc:docChg>
  </pc:docChgLst>
  <pc:docChgLst>
    <pc:chgData name="Kole Manas" userId="S::kole.manas2021@vitstudent.ac.in::da367d7f-be49-40c4-8884-61015b4cac44" providerId="AD" clId="Web-{99723EEE-D63F-35AC-8859-7A55C31D3914}"/>
    <pc:docChg chg="addSld delSld modSld">
      <pc:chgData name="Kole Manas" userId="S::kole.manas2021@vitstudent.ac.in::da367d7f-be49-40c4-8884-61015b4cac44" providerId="AD" clId="Web-{99723EEE-D63F-35AC-8859-7A55C31D3914}" dt="2024-10-09T08:43:19.658" v="2" actId="14100"/>
      <pc:docMkLst>
        <pc:docMk/>
      </pc:docMkLst>
      <pc:sldChg chg="modSp add del">
        <pc:chgData name="Kole Manas" userId="S::kole.manas2021@vitstudent.ac.in::da367d7f-be49-40c4-8884-61015b4cac44" providerId="AD" clId="Web-{99723EEE-D63F-35AC-8859-7A55C31D3914}" dt="2024-10-09T08:43:19.658" v="2" actId="14100"/>
        <pc:sldMkLst>
          <pc:docMk/>
          <pc:sldMk cId="1315452350" sldId="287"/>
        </pc:sldMkLst>
        <pc:picChg chg="mod">
          <ac:chgData name="Kole Manas" userId="S::kole.manas2021@vitstudent.ac.in::da367d7f-be49-40c4-8884-61015b4cac44" providerId="AD" clId="Web-{99723EEE-D63F-35AC-8859-7A55C31D3914}" dt="2024-10-09T08:43:19.658" v="2" actId="14100"/>
          <ac:picMkLst>
            <pc:docMk/>
            <pc:sldMk cId="1315452350" sldId="287"/>
            <ac:picMk id="2" creationId="{00000000-0000-0000-0000-000000000000}"/>
          </ac:picMkLst>
        </pc:picChg>
      </pc:sldChg>
    </pc:docChg>
  </pc:docChgLst>
  <pc:docChgLst>
    <pc:chgData name="Jayasoorya V" userId="S::jayasoorya.v2021@vitstudent.ac.in::40953e71-9a8e-49e5-b819-a7816456d634" providerId="AD" clId="Web-{E6968167-E238-4E7A-A19A-34F569AC4740}"/>
    <pc:docChg chg="modSld">
      <pc:chgData name="Jayasoorya V" userId="S::jayasoorya.v2021@vitstudent.ac.in::40953e71-9a8e-49e5-b819-a7816456d634" providerId="AD" clId="Web-{E6968167-E238-4E7A-A19A-34F569AC4740}" dt="2024-10-23T10:06:40.311" v="3" actId="1076"/>
      <pc:docMkLst>
        <pc:docMk/>
      </pc:docMkLst>
      <pc:sldChg chg="modSp">
        <pc:chgData name="Jayasoorya V" userId="S::jayasoorya.v2021@vitstudent.ac.in::40953e71-9a8e-49e5-b819-a7816456d634" providerId="AD" clId="Web-{E6968167-E238-4E7A-A19A-34F569AC4740}" dt="2024-10-23T10:06:40.311" v="3" actId="1076"/>
        <pc:sldMkLst>
          <pc:docMk/>
          <pc:sldMk cId="2035178753" sldId="328"/>
        </pc:sldMkLst>
        <pc:picChg chg="mod">
          <ac:chgData name="Jayasoorya V" userId="S::jayasoorya.v2021@vitstudent.ac.in::40953e71-9a8e-49e5-b819-a7816456d634" providerId="AD" clId="Web-{E6968167-E238-4E7A-A19A-34F569AC4740}" dt="2024-10-23T10:06:40.311" v="3" actId="1076"/>
          <ac:picMkLst>
            <pc:docMk/>
            <pc:sldMk cId="2035178753" sldId="328"/>
            <ac:picMk id="3" creationId="{07CF941D-8216-045A-7B5B-C8D3B11B0A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97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6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0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9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6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4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45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51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1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45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40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0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208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276DE7D-5BF9-462A-88A8-AF83DF48CD51}" type="datetimeFigureOut">
              <a:rPr lang="en-US" smtClean="0"/>
              <a:pPr/>
              <a:t>11/19/2024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FFEA6D-D485-41AB-8459-9215472A1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99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66253" y="1717952"/>
            <a:ext cx="11859493" cy="34359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66260" y="228598"/>
            <a:ext cx="11873345" cy="6400800"/>
          </a:xfrm>
          <a:prstGeom prst="round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effectLst>
                <a:glow rad="101600">
                  <a:schemeClr val="bg1">
                    <a:lumMod val="95000"/>
                    <a:lumOff val="5000"/>
                    <a:alpha val="60000"/>
                  </a:schemeClr>
                </a:glow>
              </a:effectLst>
            </a:endParaRPr>
          </a:p>
        </p:txBody>
      </p:sp>
      <p:sp>
        <p:nvSpPr>
          <p:cNvPr id="13" name="Flowchart: Alternate Process 12"/>
          <p:cNvSpPr/>
          <p:nvPr/>
        </p:nvSpPr>
        <p:spPr>
          <a:xfrm>
            <a:off x="692731" y="2434647"/>
            <a:ext cx="10820400" cy="2719241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6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Century Gothic" panose="020B0502020202020204" pitchFamily="34" charset="0"/>
              </a:rPr>
              <a:t>LAB-11</a:t>
            </a:r>
          </a:p>
          <a:p>
            <a:pPr algn="ctr"/>
            <a:r>
              <a:rPr lang="en-IN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Gothic" panose="020B0502020202020204" pitchFamily="34" charset="0"/>
                <a:cs typeface="Narkisim" pitchFamily="34" charset="-79"/>
              </a:rPr>
              <a:t>Working with 7-Segment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731" y="1525720"/>
            <a:ext cx="11009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9" name="Pentagon 8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39989F56-CDD1-4D38-8356-4B66AE2768AD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</p:spTree>
    <p:extLst>
      <p:ext uri="{BB962C8B-B14F-4D97-AF65-F5344CB8AC3E}">
        <p14:creationId xmlns:p14="http://schemas.microsoft.com/office/powerpoint/2010/main" val="4169447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7-SEGMENT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185378"/>
            <a:ext cx="1159225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Most commonly used displays along with the microcontrollers are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LCD, LEDs and seven segment displays etc.,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Seven segment displays are the output display devices that provide a way to display information in the form of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alphanumeric characters and digits.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This is most commonly used in many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gadgets, and electronic appliances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like digital meters, digital clocks, microwave oven and electric stove, etc.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These displays consist of seven segments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(indicated as A-G)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of light emitting diodes (LEDs)  and that is assembled into a structure like numeral 8.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1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In addition, an extra 8th segment is used to display dot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(indicated as H/DP),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which is useful  while displaying non integer number.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</p:spTree>
    <p:extLst>
      <p:ext uri="{BB962C8B-B14F-4D97-AF65-F5344CB8AC3E}">
        <p14:creationId xmlns:p14="http://schemas.microsoft.com/office/powerpoint/2010/main" val="244907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INTRODUCTION TO 7-SEGMENT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185378"/>
            <a:ext cx="115922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 seven segment displays are generally available in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ten pin package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, 8 pins relate to the 8 LEDs, the remaining two pins at middle are internally shorted.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These segments come in two outlines they are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common cathode </a:t>
            </a: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and </a:t>
            </a:r>
            <a:r>
              <a:rPr lang="en-IN" sz="28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common anode. </a:t>
            </a:r>
          </a:p>
          <a:p>
            <a:pPr marL="457200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914400" lvl="1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In common cathode configuration, the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all LED’s negative terminals are connected to the common ground pin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hence HIGH on corresponding positive pin glow particular LED.</a:t>
            </a:r>
          </a:p>
          <a:p>
            <a:pPr marL="914400" lvl="1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marL="914400" lvl="1" indent="-457200" algn="just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 In a common anode arrangement, the </a:t>
            </a:r>
            <a:r>
              <a:rPr lang="en-IN" sz="2400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common pin is given to a logic HIGH </a:t>
            </a: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and the pins of the LED are given LOW to display a number.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</p:spTree>
    <p:extLst>
      <p:ext uri="{BB962C8B-B14F-4D97-AF65-F5344CB8AC3E}">
        <p14:creationId xmlns:p14="http://schemas.microsoft.com/office/powerpoint/2010/main" val="334073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entagon 13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08" y="460012"/>
            <a:ext cx="11509810" cy="358122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06458-439F-E6B7-FFA6-D8CDC273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23" y="1096105"/>
            <a:ext cx="2461628" cy="233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6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entagon 13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21" y="5484627"/>
            <a:ext cx="10438784" cy="103787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90469"/>
              </p:ext>
            </p:extLst>
          </p:nvPr>
        </p:nvGraphicFramePr>
        <p:xfrm>
          <a:off x="691157" y="601477"/>
          <a:ext cx="10760366" cy="4399704"/>
        </p:xfrm>
        <a:graphic>
          <a:graphicData uri="http://schemas.openxmlformats.org/drawingml/2006/table">
            <a:tbl>
              <a:tblPr/>
              <a:tblGrid>
                <a:gridCol w="992581">
                  <a:extLst>
                    <a:ext uri="{9D8B030D-6E8A-4147-A177-3AD203B41FA5}">
                      <a16:colId xmlns:a16="http://schemas.microsoft.com/office/drawing/2014/main" val="1476394897"/>
                    </a:ext>
                  </a:extLst>
                </a:gridCol>
                <a:gridCol w="781835">
                  <a:extLst>
                    <a:ext uri="{9D8B030D-6E8A-4147-A177-3AD203B41FA5}">
                      <a16:colId xmlns:a16="http://schemas.microsoft.com/office/drawing/2014/main" val="759832297"/>
                    </a:ext>
                  </a:extLst>
                </a:gridCol>
                <a:gridCol w="1030260">
                  <a:extLst>
                    <a:ext uri="{9D8B030D-6E8A-4147-A177-3AD203B41FA5}">
                      <a16:colId xmlns:a16="http://schemas.microsoft.com/office/drawing/2014/main" val="2589195584"/>
                    </a:ext>
                  </a:extLst>
                </a:gridCol>
                <a:gridCol w="986590">
                  <a:extLst>
                    <a:ext uri="{9D8B030D-6E8A-4147-A177-3AD203B41FA5}">
                      <a16:colId xmlns:a16="http://schemas.microsoft.com/office/drawing/2014/main" val="2828003817"/>
                    </a:ext>
                  </a:extLst>
                </a:gridCol>
                <a:gridCol w="1229228">
                  <a:extLst>
                    <a:ext uri="{9D8B030D-6E8A-4147-A177-3AD203B41FA5}">
                      <a16:colId xmlns:a16="http://schemas.microsoft.com/office/drawing/2014/main" val="2790875515"/>
                    </a:ext>
                  </a:extLst>
                </a:gridCol>
                <a:gridCol w="1270899">
                  <a:extLst>
                    <a:ext uri="{9D8B030D-6E8A-4147-A177-3AD203B41FA5}">
                      <a16:colId xmlns:a16="http://schemas.microsoft.com/office/drawing/2014/main" val="4254402899"/>
                    </a:ext>
                  </a:extLst>
                </a:gridCol>
                <a:gridCol w="1197976">
                  <a:extLst>
                    <a:ext uri="{9D8B030D-6E8A-4147-A177-3AD203B41FA5}">
                      <a16:colId xmlns:a16="http://schemas.microsoft.com/office/drawing/2014/main" val="4162157143"/>
                    </a:ext>
                  </a:extLst>
                </a:gridCol>
                <a:gridCol w="1322987">
                  <a:extLst>
                    <a:ext uri="{9D8B030D-6E8A-4147-A177-3AD203B41FA5}">
                      <a16:colId xmlns:a16="http://schemas.microsoft.com/office/drawing/2014/main" val="3827293491"/>
                    </a:ext>
                  </a:extLst>
                </a:gridCol>
                <a:gridCol w="1020883">
                  <a:extLst>
                    <a:ext uri="{9D8B030D-6E8A-4147-A177-3AD203B41FA5}">
                      <a16:colId xmlns:a16="http://schemas.microsoft.com/office/drawing/2014/main" val="1444092282"/>
                    </a:ext>
                  </a:extLst>
                </a:gridCol>
                <a:gridCol w="927127">
                  <a:extLst>
                    <a:ext uri="{9D8B030D-6E8A-4147-A177-3AD203B41FA5}">
                      <a16:colId xmlns:a16="http://schemas.microsoft.com/office/drawing/2014/main" val="4065233856"/>
                    </a:ext>
                  </a:extLst>
                </a:gridCol>
              </a:tblGrid>
              <a:tr h="263694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err="1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Hexa</a:t>
                      </a:r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 Value 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Decimal</a:t>
                      </a:r>
                      <a:b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</a:br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Digit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Individual Segments Illuminated for </a:t>
                      </a:r>
                      <a:r>
                        <a:rPr lang="en-IN" sz="1600" b="1">
                          <a:solidFill>
                            <a:srgbClr val="FF0000"/>
                          </a:solidFill>
                          <a:effectLst/>
                          <a:latin typeface="Tw Cen MT" panose="020B0602020104020603" pitchFamily="34" charset="0"/>
                        </a:rPr>
                        <a:t>Common</a:t>
                      </a:r>
                      <a:r>
                        <a:rPr lang="en-IN" sz="1600" b="1" baseline="0">
                          <a:solidFill>
                            <a:srgbClr val="FF0000"/>
                          </a:solidFill>
                          <a:effectLst/>
                          <a:latin typeface="Tw Cen MT" panose="020B0602020104020603" pitchFamily="34" charset="0"/>
                        </a:rPr>
                        <a:t> Cathode configuration</a:t>
                      </a:r>
                      <a:endParaRPr lang="en-IN" sz="1600" b="1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66964"/>
                  </a:ext>
                </a:extLst>
              </a:tr>
              <a:tr h="26369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err="1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dp</a:t>
                      </a: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 (PC_7)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g (PC_6)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f (PC_5)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e (PC_4)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d (PC_3)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c (PC_2)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b (PC_1)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a (PC_0)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692152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0x3F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600" kern="12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IN" sz="1600" kern="12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14813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0x06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868349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0x5B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19122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0x4F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230246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0x66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541098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0x6D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9640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0x7D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181027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0x07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7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559597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0x7F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8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7046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0x6F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9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861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03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entagon 13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DF0913-9FCC-A83D-E771-7EDD66EC3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071600"/>
              </p:ext>
            </p:extLst>
          </p:nvPr>
        </p:nvGraphicFramePr>
        <p:xfrm>
          <a:off x="709630" y="604276"/>
          <a:ext cx="10760366" cy="4399704"/>
        </p:xfrm>
        <a:graphic>
          <a:graphicData uri="http://schemas.openxmlformats.org/drawingml/2006/table">
            <a:tbl>
              <a:tblPr/>
              <a:tblGrid>
                <a:gridCol w="992581">
                  <a:extLst>
                    <a:ext uri="{9D8B030D-6E8A-4147-A177-3AD203B41FA5}">
                      <a16:colId xmlns:a16="http://schemas.microsoft.com/office/drawing/2014/main" val="1476394897"/>
                    </a:ext>
                  </a:extLst>
                </a:gridCol>
                <a:gridCol w="781835">
                  <a:extLst>
                    <a:ext uri="{9D8B030D-6E8A-4147-A177-3AD203B41FA5}">
                      <a16:colId xmlns:a16="http://schemas.microsoft.com/office/drawing/2014/main" val="759832297"/>
                    </a:ext>
                  </a:extLst>
                </a:gridCol>
                <a:gridCol w="1030260">
                  <a:extLst>
                    <a:ext uri="{9D8B030D-6E8A-4147-A177-3AD203B41FA5}">
                      <a16:colId xmlns:a16="http://schemas.microsoft.com/office/drawing/2014/main" val="2589195584"/>
                    </a:ext>
                  </a:extLst>
                </a:gridCol>
                <a:gridCol w="986590">
                  <a:extLst>
                    <a:ext uri="{9D8B030D-6E8A-4147-A177-3AD203B41FA5}">
                      <a16:colId xmlns:a16="http://schemas.microsoft.com/office/drawing/2014/main" val="2828003817"/>
                    </a:ext>
                  </a:extLst>
                </a:gridCol>
                <a:gridCol w="1229228">
                  <a:extLst>
                    <a:ext uri="{9D8B030D-6E8A-4147-A177-3AD203B41FA5}">
                      <a16:colId xmlns:a16="http://schemas.microsoft.com/office/drawing/2014/main" val="2790875515"/>
                    </a:ext>
                  </a:extLst>
                </a:gridCol>
                <a:gridCol w="1270899">
                  <a:extLst>
                    <a:ext uri="{9D8B030D-6E8A-4147-A177-3AD203B41FA5}">
                      <a16:colId xmlns:a16="http://schemas.microsoft.com/office/drawing/2014/main" val="4254402899"/>
                    </a:ext>
                  </a:extLst>
                </a:gridCol>
                <a:gridCol w="1197976">
                  <a:extLst>
                    <a:ext uri="{9D8B030D-6E8A-4147-A177-3AD203B41FA5}">
                      <a16:colId xmlns:a16="http://schemas.microsoft.com/office/drawing/2014/main" val="4162157143"/>
                    </a:ext>
                  </a:extLst>
                </a:gridCol>
                <a:gridCol w="1322987">
                  <a:extLst>
                    <a:ext uri="{9D8B030D-6E8A-4147-A177-3AD203B41FA5}">
                      <a16:colId xmlns:a16="http://schemas.microsoft.com/office/drawing/2014/main" val="3827293491"/>
                    </a:ext>
                  </a:extLst>
                </a:gridCol>
                <a:gridCol w="1020883">
                  <a:extLst>
                    <a:ext uri="{9D8B030D-6E8A-4147-A177-3AD203B41FA5}">
                      <a16:colId xmlns:a16="http://schemas.microsoft.com/office/drawing/2014/main" val="1444092282"/>
                    </a:ext>
                  </a:extLst>
                </a:gridCol>
                <a:gridCol w="927127">
                  <a:extLst>
                    <a:ext uri="{9D8B030D-6E8A-4147-A177-3AD203B41FA5}">
                      <a16:colId xmlns:a16="http://schemas.microsoft.com/office/drawing/2014/main" val="4065233856"/>
                    </a:ext>
                  </a:extLst>
                </a:gridCol>
              </a:tblGrid>
              <a:tr h="263694"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err="1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Hexa</a:t>
                      </a:r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 Value 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Decimal</a:t>
                      </a:r>
                      <a:b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</a:br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Digit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Individual Segments Illuminated for </a:t>
                      </a:r>
                      <a:r>
                        <a:rPr lang="en-IN" sz="1600" b="1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w Cen MT" panose="020B0602020104020603" pitchFamily="34" charset="0"/>
                        </a:rPr>
                        <a:t>Common</a:t>
                      </a:r>
                      <a:r>
                        <a:rPr lang="en-IN" sz="1600" b="1" baseline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w Cen MT" panose="020B0602020104020603" pitchFamily="34" charset="0"/>
                        </a:rPr>
                        <a:t> Anode </a:t>
                      </a:r>
                      <a:r>
                        <a:rPr lang="en-IN" sz="1600" b="1" baseline="0">
                          <a:solidFill>
                            <a:srgbClr val="FF0000"/>
                          </a:solidFill>
                          <a:effectLst/>
                          <a:latin typeface="Tw Cen MT" panose="020B0602020104020603" pitchFamily="34" charset="0"/>
                        </a:rPr>
                        <a:t>configuration</a:t>
                      </a:r>
                      <a:endParaRPr lang="en-IN" sz="1600" b="1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266964"/>
                  </a:ext>
                </a:extLst>
              </a:tr>
              <a:tr h="26369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err="1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dp</a:t>
                      </a:r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 (PC_7)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g (PC_6)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f (PC_5)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e (PC_4)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d (PC_3)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c (PC_2)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b (PC_1)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chemeClr val="bg1"/>
                          </a:solidFill>
                          <a:effectLst/>
                          <a:latin typeface="Tw Cen MT" panose="020B0602020104020603" pitchFamily="34" charset="0"/>
                        </a:rPr>
                        <a:t>a (PC_0)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692152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0xC0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214813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0xF9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868349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0xA4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19122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0xD0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230246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0x99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541098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0x92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59640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0x82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181027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0xF8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7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559597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0x80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8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7046"/>
                  </a:ext>
                </a:extLst>
              </a:tr>
              <a:tr h="263694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0x90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solidFill>
                            <a:sysClr val="windowText" lastClr="000000"/>
                          </a:solidFill>
                          <a:effectLst/>
                          <a:latin typeface="Tw Cen MT" panose="020B0602020104020603" pitchFamily="34" charset="0"/>
                        </a:rPr>
                        <a:t>9</a:t>
                      </a:r>
                    </a:p>
                  </a:txBody>
                  <a:tcPr marL="30700" marR="30700" marT="61401" marB="61401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8EBD6"/>
                          </a:highlight>
                          <a:latin typeface="Tw Cen MT" panose="020B0602020104020603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141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86194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26B9139-A7F0-F2AD-A84A-19FA56EA6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573" y="5477464"/>
            <a:ext cx="9745135" cy="96890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852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7" y="1059197"/>
            <a:ext cx="1159225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Display hexa decimal values from 0 to 9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mbed C++ program to display decimal values from 0 to 9 on the 7-segment display interfaced with digital pins of Nucleo boards. Once the sequence completed from 0 to 9 then repeat the sequence again. Design and implement this logic on the STM 32 Nucleo L152RE board using Keil studio could platform. 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IN" sz="24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4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Note: Try to perform the display of 0 to F by modifying above program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endParaRPr lang="en-IN" sz="280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AE471DC6-CC24-4344-AD7A-B802DC426001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</p:spTree>
    <p:extLst>
      <p:ext uri="{BB962C8B-B14F-4D97-AF65-F5344CB8AC3E}">
        <p14:creationId xmlns:p14="http://schemas.microsoft.com/office/powerpoint/2010/main" val="262641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477" y="940095"/>
            <a:ext cx="9493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</a:t>
            </a: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					</a:t>
            </a: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Connection diagram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91CB7917-BAC9-4729-A645-901B7FD5EBFA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238" t="-190" r="-295" b="-22662"/>
          <a:stretch/>
        </p:blipFill>
        <p:spPr>
          <a:xfrm>
            <a:off x="483847" y="1470340"/>
            <a:ext cx="4468266" cy="49391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07" y="5484014"/>
            <a:ext cx="4465707" cy="8916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1DAC58-552F-DACD-E281-A9A9DCA1D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96728" y="1499990"/>
            <a:ext cx="6447780" cy="445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5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97735"/>
            <a:ext cx="1159225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Display numbers from 00 to 99 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>
                <a:solidFill>
                  <a:schemeClr val="bg1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Write a mbed C++ program to display a two digit decimal numbers from 00 to 99 using 7-segment LEDs. Use common digital pins of Nucleo board  for both 7-segments LED connection and display the digit using multiplexing logic i.e one digit at a time on each 7-Segment with small delay values (few us). Use a switch to stop the number sequencing. Design and implement this logic on the STM 32 Nucleo L152RE board using Keil studio could platform. 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2A9703B6-EAE8-4835-B072-A5791C4C6110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9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</p:spTree>
    <p:extLst>
      <p:ext uri="{BB962C8B-B14F-4D97-AF65-F5344CB8AC3E}">
        <p14:creationId xmlns:p14="http://schemas.microsoft.com/office/powerpoint/2010/main" val="64288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91CB7917-BAC9-4729-A645-901B7FD5EBFA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10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9197" y="874731"/>
            <a:ext cx="1492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772" y="1397295"/>
            <a:ext cx="9108653" cy="476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1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91CB7917-BAC9-4729-A645-901B7FD5EBFA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11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579" y="1151556"/>
            <a:ext cx="6172735" cy="29034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579" y="4040917"/>
            <a:ext cx="6172735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06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LAB TASK-2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91CB7917-BAC9-4729-A645-901B7FD5EBFA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12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-913904" y="3128835"/>
            <a:ext cx="27762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accent5">
                  <a:lumMod val="75000"/>
                </a:schemeClr>
              </a:buClr>
            </a:pPr>
            <a:r>
              <a:rPr lang="en-IN" sz="24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Connection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0F87CC-7A08-68BC-9A18-7EA859520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8687" y="292983"/>
            <a:ext cx="9854152" cy="613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7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CHALLENGING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689" y="1197735"/>
            <a:ext cx="11592251" cy="45472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b="1" dirty="0">
                <a:solidFill>
                  <a:srgbClr val="C00000"/>
                </a:solidFill>
                <a:latin typeface="Tw Cen MT"/>
                <a:cs typeface="Segoe UI"/>
              </a:rPr>
              <a:t>Token display system</a:t>
            </a:r>
          </a:p>
          <a:p>
            <a:pPr algn="just">
              <a:lnSpc>
                <a:spcPct val="150000"/>
              </a:lnSpc>
              <a:buClr>
                <a:schemeClr val="accent5">
                  <a:lumMod val="75000"/>
                </a:schemeClr>
              </a:buClr>
            </a:pPr>
            <a:r>
              <a:rPr lang="en-IN" sz="2800" dirty="0">
                <a:solidFill>
                  <a:schemeClr val="bg1"/>
                </a:solidFill>
                <a:latin typeface="Tw Cen MT"/>
                <a:cs typeface="Segoe UI"/>
              </a:rPr>
              <a:t>Write a </a:t>
            </a:r>
            <a:r>
              <a:rPr lang="en-IN" sz="2800" dirty="0" err="1">
                <a:solidFill>
                  <a:schemeClr val="bg1"/>
                </a:solidFill>
                <a:latin typeface="Tw Cen MT"/>
                <a:cs typeface="Segoe UI"/>
              </a:rPr>
              <a:t>mbed</a:t>
            </a:r>
            <a:r>
              <a:rPr lang="en-IN" sz="2800" dirty="0">
                <a:solidFill>
                  <a:schemeClr val="bg1"/>
                </a:solidFill>
                <a:latin typeface="Tw Cen MT"/>
                <a:cs typeface="Segoe UI"/>
              </a:rPr>
              <a:t> C++ program to design a token display system which helps to serve the customer with  out the need of standing in a queue. This display system consist of one 7-segment display to display token numbers from 0 to 9, and token numbers are received into </a:t>
            </a:r>
            <a:r>
              <a:rPr lang="en-IN" sz="2800" dirty="0" err="1">
                <a:solidFill>
                  <a:schemeClr val="bg1"/>
                </a:solidFill>
                <a:latin typeface="Tw Cen MT"/>
                <a:cs typeface="Segoe UI"/>
              </a:rPr>
              <a:t>Nucleo</a:t>
            </a:r>
            <a:r>
              <a:rPr lang="en-IN" sz="2800" dirty="0">
                <a:solidFill>
                  <a:schemeClr val="bg1"/>
                </a:solidFill>
                <a:latin typeface="Tw Cen MT"/>
                <a:cs typeface="Segoe UI"/>
              </a:rPr>
              <a:t> board via 4x3 keypad. Design and implement this logic on the STM 32 </a:t>
            </a:r>
            <a:r>
              <a:rPr lang="en-IN" sz="2800" dirty="0" err="1">
                <a:solidFill>
                  <a:schemeClr val="bg1"/>
                </a:solidFill>
                <a:latin typeface="Tw Cen MT"/>
                <a:cs typeface="Segoe UI"/>
              </a:rPr>
              <a:t>Nucleo</a:t>
            </a:r>
            <a:r>
              <a:rPr lang="en-IN" sz="2800" dirty="0">
                <a:solidFill>
                  <a:schemeClr val="bg1"/>
                </a:solidFill>
                <a:latin typeface="Tw Cen MT"/>
                <a:cs typeface="Segoe UI"/>
              </a:rPr>
              <a:t> L152RE board using Keil studio could platform. </a:t>
            </a:r>
            <a:endParaRPr lang="en-IN" sz="2800" dirty="0">
              <a:solidFill>
                <a:schemeClr val="bg1"/>
              </a:solidFill>
              <a:latin typeface="Tw Cen MT" panose="020B06020201040206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7BDAF2FC-4D32-45C0-BD2A-AFE889084718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13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</p:spTree>
    <p:extLst>
      <p:ext uri="{BB962C8B-B14F-4D97-AF65-F5344CB8AC3E}">
        <p14:creationId xmlns:p14="http://schemas.microsoft.com/office/powerpoint/2010/main" val="3557484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C</a:t>
            </a:r>
            <a:r>
              <a:rPr lang="en-US" sz="36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hallenging</a:t>
            </a:r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 Task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91CB7917-BAC9-4729-A645-901B7FD5EBFA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14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-913904" y="3128835"/>
            <a:ext cx="27762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accent5">
                  <a:lumMod val="75000"/>
                </a:schemeClr>
              </a:buClr>
            </a:pPr>
            <a:r>
              <a:rPr lang="en-IN" sz="24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Connection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CF941D-8216-045A-7B5B-C8D3B11B0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9074" y="232277"/>
            <a:ext cx="10946128" cy="624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78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199161" y="318649"/>
            <a:ext cx="9781309" cy="6788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entury Gothic" pitchFamily="34" charset="0"/>
                <a:cs typeface="Aharoni" pitchFamily="2" charset="-79"/>
              </a:rPr>
              <a:t>CHALLENGING TASK</a:t>
            </a:r>
          </a:p>
        </p:txBody>
      </p:sp>
      <p:sp>
        <p:nvSpPr>
          <p:cNvPr id="10" name="Round Same Side Corner Rectangle 9"/>
          <p:cNvSpPr/>
          <p:nvPr/>
        </p:nvSpPr>
        <p:spPr>
          <a:xfrm>
            <a:off x="140031" y="130792"/>
            <a:ext cx="11899570" cy="6457750"/>
          </a:xfrm>
          <a:prstGeom prst="round2Same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entagon 11"/>
          <p:cNvSpPr/>
          <p:nvPr/>
        </p:nvSpPr>
        <p:spPr>
          <a:xfrm flipH="1">
            <a:off x="11651719" y="6650218"/>
            <a:ext cx="502920" cy="182880"/>
          </a:xfrm>
          <a:prstGeom prst="homePlate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fld id="{91CB7917-BAC9-4729-A645-901B7FD5EBFA}" type="slidenum">
              <a:rPr lang="en-US" sz="14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15</a:t>
            </a:fld>
            <a:endParaRPr lang="en-US" sz="1400" b="1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11388" y="6587769"/>
            <a:ext cx="375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BECE403E-Embedded System Design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22" y="6588542"/>
            <a:ext cx="855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663300"/>
                </a:solidFill>
                <a:latin typeface="Century Gothic" panose="020B0502020202020204" pitchFamily="34" charset="0"/>
              </a:rPr>
              <a:t>LAB-11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5673" y="989653"/>
            <a:ext cx="1492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>
                  <a:lumMod val="75000"/>
                </a:schemeClr>
              </a:buClr>
            </a:pPr>
            <a:r>
              <a:rPr lang="en-IN" sz="2800" b="1" u="sng">
                <a:solidFill>
                  <a:srgbClr val="C00000"/>
                </a:solidFill>
                <a:latin typeface="Tw Cen MT" panose="020B0602020104020603" pitchFamily="34" charset="0"/>
                <a:cs typeface="Segoe UI" panose="020B0502040204020203" pitchFamily="34" charset="0"/>
              </a:rPr>
              <a:t>Program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673" y="1668525"/>
            <a:ext cx="8398945" cy="436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74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00764" y="2396840"/>
            <a:ext cx="7419095" cy="1143000"/>
          </a:xfrm>
          <a:solidFill>
            <a:srgbClr val="00B0F0"/>
          </a:solidFill>
          <a:effectLst>
            <a:glow rad="101600">
              <a:schemeClr val="accent3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  <a:reflection blurRad="6350" stA="50000" endA="295" endPos="92000" dist="101600" dir="5400000" sy="-100000" algn="bl" rotWithShape="0"/>
          </a:effectLst>
          <a:scene3d>
            <a:camera prst="perspectiveContrastingRightFacing"/>
            <a:lightRig rig="threePt" dir="t"/>
          </a:scene3d>
          <a:sp3d>
            <a:bevelT w="139700" h="139700" prst="divo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6000" b="1">
                <a:solidFill>
                  <a:schemeClr val="bg1"/>
                </a:solidFill>
                <a:latin typeface="Forte" pitchFamily="66" charset="0"/>
              </a:rPr>
              <a:t>THANK   YOU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 rot="-1379407">
            <a:off x="9132744" y="4466435"/>
            <a:ext cx="2632075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by</a:t>
            </a:r>
          </a:p>
          <a:p>
            <a:pPr algn="ctr"/>
            <a:r>
              <a:rPr lang="en-US" sz="5400" b="1">
                <a:solidFill>
                  <a:srgbClr val="C00000"/>
                </a:solidFill>
                <a:latin typeface="Blackadder ITC" pitchFamily="82" charset="0"/>
              </a:rPr>
              <a:t> prakash  v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762000"/>
            <a:ext cx="7848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Content Placeholder 4" descr="butterflybluex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3401" y="5170340"/>
            <a:ext cx="2152650" cy="1590675"/>
          </a:xfrm>
        </p:spPr>
      </p:pic>
    </p:spTree>
    <p:extLst>
      <p:ext uri="{BB962C8B-B14F-4D97-AF65-F5344CB8AC3E}">
        <p14:creationId xmlns:p14="http://schemas.microsoft.com/office/powerpoint/2010/main" val="2338714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15 0.03796 C 0.07422 0.04398 0.21172 0.05046 0.2332 -0.03033 C 0.25456 -0.11111 0.05703 -0.33172 0.06563 -0.44653 C 0.075 -0.56135 0.17487 -0.68797 0.28724 -0.71968 C 0.4013 -0.75139 0.69622 -0.68241 0.74531 -0.63681 C 0.7944 -0.59121 0.61016 -0.47824 0.58307 -0.44653 " pathEditMode="relative" rAng="0" ptsTypes="aaaaaA">
                                      <p:cBhvr>
                                        <p:cTn id="1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00" y="-38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86&quot;&gt;&lt;property id=&quot;20148&quot; value=&quot;5&quot;/&gt;&lt;property id=&quot;20300&quot; value=&quot;Slide 11 - &amp;quot;THANK   YOU&amp;quot;&quot;/&gt;&lt;property id=&quot;20307&quot; value=&quot;259&quot;/&gt;&lt;/object&gt;&lt;object type=&quot;3&quot; unique_id=&quot;10213&quot;&gt;&lt;property id=&quot;20148&quot; value=&quot;5&quot;/&gt;&lt;property id=&quot;20300&quot; value=&quot;Slide 2&quot;/&gt;&lt;property id=&quot;20307&quot; value=&quot;260&quot;/&gt;&lt;/object&gt;&lt;object type=&quot;3&quot; unique_id=&quot;10451&quot;&gt;&lt;property id=&quot;20148&quot; value=&quot;5&quot;/&gt;&lt;property id=&quot;20300&quot; value=&quot;Slide 3&quot;/&gt;&lt;property id=&quot;20307&quot; value=&quot;267&quot;/&gt;&lt;/object&gt;&lt;object type=&quot;3&quot; unique_id=&quot;10717&quot;&gt;&lt;property id=&quot;20148&quot; value=&quot;5&quot;/&gt;&lt;property id=&quot;20300&quot; value=&quot;Slide 4&quot;/&gt;&lt;property id=&quot;20307&quot; value=&quot;268&quot;/&gt;&lt;/object&gt;&lt;object type=&quot;3&quot; unique_id=&quot;10718&quot;&gt;&lt;property id=&quot;20148&quot; value=&quot;5&quot;/&gt;&lt;property id=&quot;20300&quot; value=&quot;Slide 5&quot;/&gt;&lt;property id=&quot;20307&quot; value=&quot;269&quot;/&gt;&lt;/object&gt;&lt;object type=&quot;3&quot; unique_id=&quot;10719&quot;&gt;&lt;property id=&quot;20148&quot; value=&quot;5&quot;/&gt;&lt;property id=&quot;20300&quot; value=&quot;Slide 6&quot;/&gt;&lt;property id=&quot;20307&quot; value=&quot;270&quot;/&gt;&lt;/object&gt;&lt;object type=&quot;3&quot; unique_id=&quot;10788&quot;&gt;&lt;property id=&quot;20148&quot; value=&quot;5&quot;/&gt;&lt;property id=&quot;20300&quot; value=&quot;Slide 7&quot;/&gt;&lt;property id=&quot;20307&quot; value=&quot;271&quot;/&gt;&lt;/object&gt;&lt;object type=&quot;3&quot; unique_id=&quot;10819&quot;&gt;&lt;property id=&quot;20148&quot; value=&quot;5&quot;/&gt;&lt;property id=&quot;20300&quot; value=&quot;Slide 8&quot;/&gt;&lt;property id=&quot;20307&quot; value=&quot;272&quot;/&gt;&lt;/object&gt;&lt;object type=&quot;3&quot; unique_id=&quot;10875&quot;&gt;&lt;property id=&quot;20148&quot; value=&quot;5&quot;/&gt;&lt;property id=&quot;20300&quot; value=&quot;Slide 9&quot;/&gt;&lt;property id=&quot;20307&quot; value=&quot;273&quot;/&gt;&lt;/object&gt;&lt;object type=&quot;3&quot; unique_id=&quot;10912&quot;&gt;&lt;property id=&quot;20148&quot; value=&quot;5&quot;/&gt;&lt;property id=&quot;20300&quot; value=&quot;Slide 10&quot;/&gt;&lt;property id=&quot;20307&quot; value=&quot;274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30828B62F68548B536606B169F73C7" ma:contentTypeVersion="4" ma:contentTypeDescription="Create a new document." ma:contentTypeScope="" ma:versionID="e81a1a7dd6fade02954d078aa3427748">
  <xsd:schema xmlns:xsd="http://www.w3.org/2001/XMLSchema" xmlns:xs="http://www.w3.org/2001/XMLSchema" xmlns:p="http://schemas.microsoft.com/office/2006/metadata/properties" xmlns:ns2="f8b3528e-c29d-4111-b526-c93a7a094c4f" targetNamespace="http://schemas.microsoft.com/office/2006/metadata/properties" ma:root="true" ma:fieldsID="09227fdc07b02cec8d2dcb19b26e5d97" ns2:_="">
    <xsd:import namespace="f8b3528e-c29d-4111-b526-c93a7a094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528e-c29d-4111-b526-c93a7a094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BD1DA6-98CE-44F1-8993-54584044619D}">
  <ds:schemaRefs>
    <ds:schemaRef ds:uri="f8b3528e-c29d-4111-b526-c93a7a094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A830D9F-85AF-4371-948A-675DA12E57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TC103457452[[fn=Celestial]]</Template>
  <Application>Microsoft Office PowerPoint</Application>
  <PresentationFormat>Widescreen</PresentationFormat>
  <Slides>16</Slides>
  <Notes>0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FPGA Based Flexible Autopilot Platform for Unmanned Systems</dc:title>
  <dc:creator>Naveen Raja N</dc:creator>
  <cp:revision>4</cp:revision>
  <dcterms:created xsi:type="dcterms:W3CDTF">2013-10-21T17:01:43Z</dcterms:created>
  <dcterms:modified xsi:type="dcterms:W3CDTF">2024-11-19T09:40:07Z</dcterms:modified>
</cp:coreProperties>
</file>