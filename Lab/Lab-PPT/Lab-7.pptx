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4" r:id="rId3"/>
  </p:sldMasterIdLst>
  <p:sldIdLst>
    <p:sldId id="283" r:id="rId4"/>
    <p:sldId id="286" r:id="rId5"/>
    <p:sldId id="341" r:id="rId6"/>
    <p:sldId id="342" r:id="rId7"/>
    <p:sldId id="351" r:id="rId8"/>
    <p:sldId id="345" r:id="rId9"/>
    <p:sldId id="296" r:id="rId10"/>
    <p:sldId id="347" r:id="rId11"/>
    <p:sldId id="322" r:id="rId12"/>
    <p:sldId id="321" r:id="rId13"/>
    <p:sldId id="352" r:id="rId14"/>
    <p:sldId id="339" r:id="rId15"/>
    <p:sldId id="259" r:id="rId16"/>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a:srgbClr val="663300"/>
    <a:srgbClr val="FF9900"/>
    <a:srgbClr val="04DA18"/>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42E231-9E9C-6C69-35F9-E76F43DD1DF5}" v="1" dt="2024-09-17T16:54:31.440"/>
    <p1510:client id="{686BD222-06EA-4599-A7CA-FB0541EC2065}" v="1" dt="2024-09-18T05:08:41.039"/>
    <p1510:client id="{A32A5EB7-23A2-DCB7-6B48-9B991E20770A}" v="6" dt="2024-09-17T18:07:44.299"/>
    <p1510:client id="{CCA808FF-43E9-4D18-8E75-AC34F1AF5A9F}" v="15" dt="2024-09-16T17:40:20.3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23" Type="http://schemas.microsoft.com/office/2015/10/relationships/revisionInfo" Target="revisionInfo.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ravindh R" userId="S::aravindh.r2021@vitstudent.ac.in::bf8c5142-e2cf-4e52-a9e4-274a366b831a" providerId="AD" clId="Web-{336F95BF-6FE0-40A5-835F-7EE5AFD8D223}"/>
    <pc:docChg chg="modSld">
      <pc:chgData name="Aravindh R" userId="S::aravindh.r2021@vitstudent.ac.in::bf8c5142-e2cf-4e52-a9e4-274a366b831a" providerId="AD" clId="Web-{336F95BF-6FE0-40A5-835F-7EE5AFD8D223}" dt="2024-09-04T09:22:07.475" v="1"/>
      <pc:docMkLst>
        <pc:docMk/>
      </pc:docMkLst>
      <pc:sldChg chg="addSp delSp">
        <pc:chgData name="Aravindh R" userId="S::aravindh.r2021@vitstudent.ac.in::bf8c5142-e2cf-4e52-a9e4-274a366b831a" providerId="AD" clId="Web-{336F95BF-6FE0-40A5-835F-7EE5AFD8D223}" dt="2024-09-04T09:22:07.475" v="1"/>
        <pc:sldMkLst>
          <pc:docMk/>
          <pc:sldMk cId="658211261" sldId="352"/>
        </pc:sldMkLst>
        <pc:picChg chg="add del">
          <ac:chgData name="Aravindh R" userId="S::aravindh.r2021@vitstudent.ac.in::bf8c5142-e2cf-4e52-a9e4-274a366b831a" providerId="AD" clId="Web-{336F95BF-6FE0-40A5-835F-7EE5AFD8D223}" dt="2024-09-04T09:22:07.475" v="1"/>
          <ac:picMkLst>
            <pc:docMk/>
            <pc:sldMk cId="658211261" sldId="352"/>
            <ac:picMk id="2" creationId="{00000000-0000-0000-0000-000000000000}"/>
          </ac:picMkLst>
        </pc:picChg>
      </pc:sldChg>
    </pc:docChg>
  </pc:docChgLst>
  <pc:docChgLst>
    <pc:chgData name="Mithilesh Reddy D V" userId="S::mithileshreddy.dv2021@vitstudent.ac.in::dc16feee-c9e8-4c34-bc20-1ef266bee919" providerId="AD" clId="Web-{D8601AEB-127D-05F1-668C-5F6A7B35E3F8}"/>
    <pc:docChg chg="modSld">
      <pc:chgData name="Mithilesh Reddy D V" userId="S::mithileshreddy.dv2021@vitstudent.ac.in::dc16feee-c9e8-4c34-bc20-1ef266bee919" providerId="AD" clId="Web-{D8601AEB-127D-05F1-668C-5F6A7B35E3F8}" dt="2024-09-04T08:02:25.540" v="0" actId="1076"/>
      <pc:docMkLst>
        <pc:docMk/>
      </pc:docMkLst>
      <pc:sldChg chg="modSp">
        <pc:chgData name="Mithilesh Reddy D V" userId="S::mithileshreddy.dv2021@vitstudent.ac.in::dc16feee-c9e8-4c34-bc20-1ef266bee919" providerId="AD" clId="Web-{D8601AEB-127D-05F1-668C-5F6A7B35E3F8}" dt="2024-09-04T08:02:25.540" v="0" actId="1076"/>
        <pc:sldMkLst>
          <pc:docMk/>
          <pc:sldMk cId="1404600445" sldId="322"/>
        </pc:sldMkLst>
        <pc:picChg chg="mod">
          <ac:chgData name="Mithilesh Reddy D V" userId="S::mithileshreddy.dv2021@vitstudent.ac.in::dc16feee-c9e8-4c34-bc20-1ef266bee919" providerId="AD" clId="Web-{D8601AEB-127D-05F1-668C-5F6A7B35E3F8}" dt="2024-09-04T08:02:25.540" v="0" actId="1076"/>
          <ac:picMkLst>
            <pc:docMk/>
            <pc:sldMk cId="1404600445" sldId="322"/>
            <ac:picMk id="2" creationId="{00000000-0000-0000-0000-000000000000}"/>
          </ac:picMkLst>
        </pc:picChg>
      </pc:sldChg>
    </pc:docChg>
  </pc:docChgLst>
  <pc:docChgLst>
    <pc:chgData name="Kruthika P" userId="S::kruthika.p2021@vitstudent.ac.in::e0867ee2-4c51-4a31-9a6f-889635853cfc" providerId="AD" clId="Web-{CCA808FF-43E9-4D18-8E75-AC34F1AF5A9F}"/>
    <pc:docChg chg="modSld">
      <pc:chgData name="Kruthika P" userId="S::kruthika.p2021@vitstudent.ac.in::e0867ee2-4c51-4a31-9a6f-889635853cfc" providerId="AD" clId="Web-{CCA808FF-43E9-4D18-8E75-AC34F1AF5A9F}" dt="2024-09-16T17:40:20.355" v="14" actId="1076"/>
      <pc:docMkLst>
        <pc:docMk/>
      </pc:docMkLst>
      <pc:sldChg chg="modSp">
        <pc:chgData name="Kruthika P" userId="S::kruthika.p2021@vitstudent.ac.in::e0867ee2-4c51-4a31-9a6f-889635853cfc" providerId="AD" clId="Web-{CCA808FF-43E9-4D18-8E75-AC34F1AF5A9F}" dt="2024-09-16T17:40:20.355" v="14" actId="1076"/>
        <pc:sldMkLst>
          <pc:docMk/>
          <pc:sldMk cId="1404600445" sldId="322"/>
        </pc:sldMkLst>
        <pc:spChg chg="mod">
          <ac:chgData name="Kruthika P" userId="S::kruthika.p2021@vitstudent.ac.in::e0867ee2-4c51-4a31-9a6f-889635853cfc" providerId="AD" clId="Web-{CCA808FF-43E9-4D18-8E75-AC34F1AF5A9F}" dt="2024-09-16T17:40:17.855" v="13" actId="1076"/>
          <ac:spMkLst>
            <pc:docMk/>
            <pc:sldMk cId="1404600445" sldId="322"/>
            <ac:spMk id="10" creationId="{00000000-0000-0000-0000-000000000000}"/>
          </ac:spMkLst>
        </pc:spChg>
        <pc:picChg chg="mod modCrop">
          <ac:chgData name="Kruthika P" userId="S::kruthika.p2021@vitstudent.ac.in::e0867ee2-4c51-4a31-9a6f-889635853cfc" providerId="AD" clId="Web-{CCA808FF-43E9-4D18-8E75-AC34F1AF5A9F}" dt="2024-09-16T17:40:20.355" v="14" actId="1076"/>
          <ac:picMkLst>
            <pc:docMk/>
            <pc:sldMk cId="1404600445" sldId="322"/>
            <ac:picMk id="2" creationId="{00000000-0000-0000-0000-000000000000}"/>
          </ac:picMkLst>
        </pc:picChg>
      </pc:sldChg>
    </pc:docChg>
  </pc:docChgLst>
  <pc:docChgLst>
    <pc:chgData name="Hayakreevan J K" userId="S::hayakreevan.jk2021@vitstudent.ac.in::a9cfe5bd-61d4-4688-bb42-6c57fc3b63a8" providerId="AD" clId="Web-{686BD222-06EA-4599-A7CA-FB0541EC2065}"/>
    <pc:docChg chg="modSld">
      <pc:chgData name="Hayakreevan J K" userId="S::hayakreevan.jk2021@vitstudent.ac.in::a9cfe5bd-61d4-4688-bb42-6c57fc3b63a8" providerId="AD" clId="Web-{686BD222-06EA-4599-A7CA-FB0541EC2065}" dt="2024-09-18T05:08:41.039" v="0" actId="1076"/>
      <pc:docMkLst>
        <pc:docMk/>
      </pc:docMkLst>
      <pc:sldChg chg="modSp">
        <pc:chgData name="Hayakreevan J K" userId="S::hayakreevan.jk2021@vitstudent.ac.in::a9cfe5bd-61d4-4688-bb42-6c57fc3b63a8" providerId="AD" clId="Web-{686BD222-06EA-4599-A7CA-FB0541EC2065}" dt="2024-09-18T05:08:41.039" v="0" actId="1076"/>
        <pc:sldMkLst>
          <pc:docMk/>
          <pc:sldMk cId="4169447181" sldId="283"/>
        </pc:sldMkLst>
        <pc:spChg chg="mod">
          <ac:chgData name="Hayakreevan J K" userId="S::hayakreevan.jk2021@vitstudent.ac.in::a9cfe5bd-61d4-4688-bb42-6c57fc3b63a8" providerId="AD" clId="Web-{686BD222-06EA-4599-A7CA-FB0541EC2065}" dt="2024-09-18T05:08:41.039" v="0" actId="1076"/>
          <ac:spMkLst>
            <pc:docMk/>
            <pc:sldMk cId="4169447181" sldId="283"/>
            <ac:spMk id="6" creationId="{00000000-0000-0000-0000-000000000000}"/>
          </ac:spMkLst>
        </pc:spChg>
      </pc:sldChg>
    </pc:docChg>
  </pc:docChgLst>
  <pc:docChgLst>
    <pc:chgData name="Shreyantha Raam" userId="S::shreyantha.raam2021@vitstudent.ac.in::3c6fb664-983d-4054-9368-a5bc57a0ff0a" providerId="AD" clId="Web-{6742E231-9E9C-6C69-35F9-E76F43DD1DF5}"/>
    <pc:docChg chg="modSld">
      <pc:chgData name="Shreyantha Raam" userId="S::shreyantha.raam2021@vitstudent.ac.in::3c6fb664-983d-4054-9368-a5bc57a0ff0a" providerId="AD" clId="Web-{6742E231-9E9C-6C69-35F9-E76F43DD1DF5}" dt="2024-09-17T16:54:31.440" v="0" actId="1076"/>
      <pc:docMkLst>
        <pc:docMk/>
      </pc:docMkLst>
      <pc:sldChg chg="modSp">
        <pc:chgData name="Shreyantha Raam" userId="S::shreyantha.raam2021@vitstudent.ac.in::3c6fb664-983d-4054-9368-a5bc57a0ff0a" providerId="AD" clId="Web-{6742E231-9E9C-6C69-35F9-E76F43DD1DF5}" dt="2024-09-17T16:54:31.440" v="0" actId="1076"/>
        <pc:sldMkLst>
          <pc:docMk/>
          <pc:sldMk cId="1404600445" sldId="322"/>
        </pc:sldMkLst>
        <pc:picChg chg="mod">
          <ac:chgData name="Shreyantha Raam" userId="S::shreyantha.raam2021@vitstudent.ac.in::3c6fb664-983d-4054-9368-a5bc57a0ff0a" providerId="AD" clId="Web-{6742E231-9E9C-6C69-35F9-E76F43DD1DF5}" dt="2024-09-17T16:54:31.440" v="0" actId="1076"/>
          <ac:picMkLst>
            <pc:docMk/>
            <pc:sldMk cId="1404600445" sldId="322"/>
            <ac:picMk id="2" creationId="{00000000-0000-0000-0000-000000000000}"/>
          </ac:picMkLst>
        </pc:picChg>
      </pc:sldChg>
    </pc:docChg>
  </pc:docChgLst>
  <pc:docChgLst>
    <pc:chgData name="Shreyantha Raam" userId="S::shreyantha.raam2021@vitstudent.ac.in::3c6fb664-983d-4054-9368-a5bc57a0ff0a" providerId="AD" clId="Web-{D483ECCA-C583-E497-C8EA-28AA503D6733}"/>
    <pc:docChg chg="modSld">
      <pc:chgData name="Shreyantha Raam" userId="S::shreyantha.raam2021@vitstudent.ac.in::3c6fb664-983d-4054-9368-a5bc57a0ff0a" providerId="AD" clId="Web-{D483ECCA-C583-E497-C8EA-28AA503D6733}" dt="2024-09-03T14:35:01.858" v="1" actId="1076"/>
      <pc:docMkLst>
        <pc:docMk/>
      </pc:docMkLst>
      <pc:sldChg chg="modSp">
        <pc:chgData name="Shreyantha Raam" userId="S::shreyantha.raam2021@vitstudent.ac.in::3c6fb664-983d-4054-9368-a5bc57a0ff0a" providerId="AD" clId="Web-{D483ECCA-C583-E497-C8EA-28AA503D6733}" dt="2024-09-03T14:35:01.858" v="1" actId="1076"/>
        <pc:sldMkLst>
          <pc:docMk/>
          <pc:sldMk cId="658211261" sldId="352"/>
        </pc:sldMkLst>
        <pc:picChg chg="mod">
          <ac:chgData name="Shreyantha Raam" userId="S::shreyantha.raam2021@vitstudent.ac.in::3c6fb664-983d-4054-9368-a5bc57a0ff0a" providerId="AD" clId="Web-{D483ECCA-C583-E497-C8EA-28AA503D6733}" dt="2024-09-03T14:35:01.858" v="1" actId="1076"/>
          <ac:picMkLst>
            <pc:docMk/>
            <pc:sldMk cId="658211261" sldId="352"/>
            <ac:picMk id="4" creationId="{00000000-0000-0000-0000-000000000000}"/>
          </ac:picMkLst>
        </pc:picChg>
      </pc:sldChg>
    </pc:docChg>
  </pc:docChgLst>
  <pc:docChgLst>
    <pc:chgData name="Pranesh G" userId="S::pranesh.g2021@vitstudent.ac.in::07b55897-05c3-4c1e-b5ee-542edd1ee88b" providerId="AD" clId="Web-{A7F580B4-6E69-A867-E8BC-B0C6169C6EFD}"/>
    <pc:docChg chg="modSld addMainMaster delMainMaster">
      <pc:chgData name="Pranesh G" userId="S::pranesh.g2021@vitstudent.ac.in::07b55897-05c3-4c1e-b5ee-542edd1ee88b" providerId="AD" clId="Web-{A7F580B4-6E69-A867-E8BC-B0C6169C6EFD}" dt="2024-09-11T08:25:28.249" v="3"/>
      <pc:docMkLst>
        <pc:docMk/>
      </pc:docMkLst>
      <pc:sldChg chg="modSp mod modClrScheme chgLayout">
        <pc:chgData name="Pranesh G" userId="S::pranesh.g2021@vitstudent.ac.in::07b55897-05c3-4c1e-b5ee-542edd1ee88b" providerId="AD" clId="Web-{A7F580B4-6E69-A867-E8BC-B0C6169C6EFD}" dt="2024-09-11T08:25:28.249" v="3"/>
        <pc:sldMkLst>
          <pc:docMk/>
          <pc:sldMk cId="2338714057" sldId="259"/>
        </pc:sldMkLst>
        <pc:spChg chg="mod ord">
          <ac:chgData name="Pranesh G" userId="S::pranesh.g2021@vitstudent.ac.in::07b55897-05c3-4c1e-b5ee-542edd1ee88b" providerId="AD" clId="Web-{A7F580B4-6E69-A867-E8BC-B0C6169C6EFD}" dt="2024-09-11T08:25:28.249" v="3"/>
          <ac:spMkLst>
            <pc:docMk/>
            <pc:sldMk cId="2338714057" sldId="259"/>
            <ac:spMk id="7" creationId="{00000000-0000-0000-0000-000000000000}"/>
          </ac:spMkLst>
        </pc:spChg>
        <pc:picChg chg="mod ord">
          <ac:chgData name="Pranesh G" userId="S::pranesh.g2021@vitstudent.ac.in::07b55897-05c3-4c1e-b5ee-542edd1ee88b" providerId="AD" clId="Web-{A7F580B4-6E69-A867-E8BC-B0C6169C6EFD}" dt="2024-09-11T08:25:28.249" v="3"/>
          <ac:picMkLst>
            <pc:docMk/>
            <pc:sldMk cId="2338714057" sldId="259"/>
            <ac:picMk id="13" creationId="{00000000-0000-0000-0000-000000000000}"/>
          </ac:picMkLst>
        </pc:picChg>
      </pc:sldChg>
      <pc:sldChg chg="mod modClrScheme chgLayout">
        <pc:chgData name="Pranesh G" userId="S::pranesh.g2021@vitstudent.ac.in::07b55897-05c3-4c1e-b5ee-542edd1ee88b" providerId="AD" clId="Web-{A7F580B4-6E69-A867-E8BC-B0C6169C6EFD}" dt="2024-09-11T08:25:28.249" v="3"/>
        <pc:sldMkLst>
          <pc:docMk/>
          <pc:sldMk cId="4169447181" sldId="283"/>
        </pc:sldMkLst>
      </pc:sldChg>
      <pc:sldChg chg="mod modClrScheme chgLayout">
        <pc:chgData name="Pranesh G" userId="S::pranesh.g2021@vitstudent.ac.in::07b55897-05c3-4c1e-b5ee-542edd1ee88b" providerId="AD" clId="Web-{A7F580B4-6E69-A867-E8BC-B0C6169C6EFD}" dt="2024-09-11T08:25:28.249" v="3"/>
        <pc:sldMkLst>
          <pc:docMk/>
          <pc:sldMk cId="2449075452" sldId="286"/>
        </pc:sldMkLst>
      </pc:sldChg>
      <pc:sldChg chg="mod modClrScheme chgLayout">
        <pc:chgData name="Pranesh G" userId="S::pranesh.g2021@vitstudent.ac.in::07b55897-05c3-4c1e-b5ee-542edd1ee88b" providerId="AD" clId="Web-{A7F580B4-6E69-A867-E8BC-B0C6169C6EFD}" dt="2024-09-11T08:25:28.249" v="3"/>
        <pc:sldMkLst>
          <pc:docMk/>
          <pc:sldMk cId="2626413179" sldId="296"/>
        </pc:sldMkLst>
      </pc:sldChg>
      <pc:sldChg chg="mod modClrScheme chgLayout">
        <pc:chgData name="Pranesh G" userId="S::pranesh.g2021@vitstudent.ac.in::07b55897-05c3-4c1e-b5ee-542edd1ee88b" providerId="AD" clId="Web-{A7F580B4-6E69-A867-E8BC-B0C6169C6EFD}" dt="2024-09-11T08:25:28.249" v="3"/>
        <pc:sldMkLst>
          <pc:docMk/>
          <pc:sldMk cId="705447612" sldId="321"/>
        </pc:sldMkLst>
      </pc:sldChg>
      <pc:sldChg chg="mod modClrScheme chgLayout">
        <pc:chgData name="Pranesh G" userId="S::pranesh.g2021@vitstudent.ac.in::07b55897-05c3-4c1e-b5ee-542edd1ee88b" providerId="AD" clId="Web-{A7F580B4-6E69-A867-E8BC-B0C6169C6EFD}" dt="2024-09-11T08:25:28.249" v="3"/>
        <pc:sldMkLst>
          <pc:docMk/>
          <pc:sldMk cId="1404600445" sldId="322"/>
        </pc:sldMkLst>
      </pc:sldChg>
      <pc:sldChg chg="mod modClrScheme chgLayout">
        <pc:chgData name="Pranesh G" userId="S::pranesh.g2021@vitstudent.ac.in::07b55897-05c3-4c1e-b5ee-542edd1ee88b" providerId="AD" clId="Web-{A7F580B4-6E69-A867-E8BC-B0C6169C6EFD}" dt="2024-09-11T08:25:28.249" v="3"/>
        <pc:sldMkLst>
          <pc:docMk/>
          <pc:sldMk cId="382075943" sldId="339"/>
        </pc:sldMkLst>
      </pc:sldChg>
      <pc:sldChg chg="mod modClrScheme chgLayout">
        <pc:chgData name="Pranesh G" userId="S::pranesh.g2021@vitstudent.ac.in::07b55897-05c3-4c1e-b5ee-542edd1ee88b" providerId="AD" clId="Web-{A7F580B4-6E69-A867-E8BC-B0C6169C6EFD}" dt="2024-09-11T08:25:28.249" v="3"/>
        <pc:sldMkLst>
          <pc:docMk/>
          <pc:sldMk cId="2544801349" sldId="341"/>
        </pc:sldMkLst>
      </pc:sldChg>
      <pc:sldChg chg="mod modClrScheme chgLayout">
        <pc:chgData name="Pranesh G" userId="S::pranesh.g2021@vitstudent.ac.in::07b55897-05c3-4c1e-b5ee-542edd1ee88b" providerId="AD" clId="Web-{A7F580B4-6E69-A867-E8BC-B0C6169C6EFD}" dt="2024-09-11T08:25:28.249" v="3"/>
        <pc:sldMkLst>
          <pc:docMk/>
          <pc:sldMk cId="2951843134" sldId="342"/>
        </pc:sldMkLst>
      </pc:sldChg>
      <pc:sldChg chg="mod modClrScheme chgLayout">
        <pc:chgData name="Pranesh G" userId="S::pranesh.g2021@vitstudent.ac.in::07b55897-05c3-4c1e-b5ee-542edd1ee88b" providerId="AD" clId="Web-{A7F580B4-6E69-A867-E8BC-B0C6169C6EFD}" dt="2024-09-11T08:25:28.249" v="3"/>
        <pc:sldMkLst>
          <pc:docMk/>
          <pc:sldMk cId="2969851081" sldId="345"/>
        </pc:sldMkLst>
      </pc:sldChg>
      <pc:sldChg chg="mod modClrScheme chgLayout">
        <pc:chgData name="Pranesh G" userId="S::pranesh.g2021@vitstudent.ac.in::07b55897-05c3-4c1e-b5ee-542edd1ee88b" providerId="AD" clId="Web-{A7F580B4-6E69-A867-E8BC-B0C6169C6EFD}" dt="2024-09-11T08:25:28.249" v="3"/>
        <pc:sldMkLst>
          <pc:docMk/>
          <pc:sldMk cId="1873471665" sldId="347"/>
        </pc:sldMkLst>
      </pc:sldChg>
      <pc:sldChg chg="mod modClrScheme chgLayout">
        <pc:chgData name="Pranesh G" userId="S::pranesh.g2021@vitstudent.ac.in::07b55897-05c3-4c1e-b5ee-542edd1ee88b" providerId="AD" clId="Web-{A7F580B4-6E69-A867-E8BC-B0C6169C6EFD}" dt="2024-09-11T08:25:28.249" v="3"/>
        <pc:sldMkLst>
          <pc:docMk/>
          <pc:sldMk cId="2075187388" sldId="351"/>
        </pc:sldMkLst>
      </pc:sldChg>
      <pc:sldChg chg="mod modClrScheme chgLayout">
        <pc:chgData name="Pranesh G" userId="S::pranesh.g2021@vitstudent.ac.in::07b55897-05c3-4c1e-b5ee-542edd1ee88b" providerId="AD" clId="Web-{A7F580B4-6E69-A867-E8BC-B0C6169C6EFD}" dt="2024-09-11T08:25:28.249" v="3"/>
        <pc:sldMkLst>
          <pc:docMk/>
          <pc:sldMk cId="658211261" sldId="352"/>
        </pc:sldMkLst>
      </pc:sldChg>
      <pc:sldMasterChg chg="del delSldLayout">
        <pc:chgData name="Pranesh G" userId="S::pranesh.g2021@vitstudent.ac.in::07b55897-05c3-4c1e-b5ee-542edd1ee88b" providerId="AD" clId="Web-{A7F580B4-6E69-A867-E8BC-B0C6169C6EFD}" dt="2024-09-11T08:25:12.545" v="0"/>
        <pc:sldMasterMkLst>
          <pc:docMk/>
          <pc:sldMasterMk cId="3478499516" sldId="2147483660"/>
        </pc:sldMasterMkLst>
        <pc:sldLayoutChg chg="del">
          <pc:chgData name="Pranesh G" userId="S::pranesh.g2021@vitstudent.ac.in::07b55897-05c3-4c1e-b5ee-542edd1ee88b" providerId="AD" clId="Web-{A7F580B4-6E69-A867-E8BC-B0C6169C6EFD}" dt="2024-09-11T08:25:12.545" v="0"/>
          <pc:sldLayoutMkLst>
            <pc:docMk/>
            <pc:sldMasterMk cId="3478499516" sldId="2147483660"/>
            <pc:sldLayoutMk cId="2474097540" sldId="2147483661"/>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3372469947" sldId="2147483662"/>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424806850" sldId="2147483663"/>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158598961" sldId="2147483664"/>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2868902517" sldId="2147483665"/>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3446293403" sldId="2147483666"/>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2839861137" sldId="2147483667"/>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3256341166" sldId="2147483668"/>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4108458854" sldId="2147483669"/>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2934945242" sldId="2147483670"/>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4270451241" sldId="2147483671"/>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770831166" sldId="2147483672"/>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825145502" sldId="2147483673"/>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3804240042" sldId="2147483674"/>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339090509" sldId="2147483675"/>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3840208755" sldId="2147483676"/>
          </pc:sldLayoutMkLst>
        </pc:sldLayoutChg>
        <pc:sldLayoutChg chg="del">
          <pc:chgData name="Pranesh G" userId="S::pranesh.g2021@vitstudent.ac.in::07b55897-05c3-4c1e-b5ee-542edd1ee88b" providerId="AD" clId="Web-{A7F580B4-6E69-A867-E8BC-B0C6169C6EFD}" dt="2024-09-11T08:25:12.545" v="0"/>
          <pc:sldLayoutMkLst>
            <pc:docMk/>
            <pc:sldMasterMk cId="3478499516" sldId="2147483660"/>
            <pc:sldLayoutMk cId="2264183967" sldId="2147483677"/>
          </pc:sldLayoutMkLst>
        </pc:sldLayoutChg>
      </pc:sldMasterChg>
      <pc:sldMasterChg chg="add del addSldLayout delSldLayout modSldLayout">
        <pc:chgData name="Pranesh G" userId="S::pranesh.g2021@vitstudent.ac.in::07b55897-05c3-4c1e-b5ee-542edd1ee88b" providerId="AD" clId="Web-{A7F580B4-6E69-A867-E8BC-B0C6169C6EFD}" dt="2024-09-11T08:25:15.139" v="1"/>
        <pc:sldMasterMkLst>
          <pc:docMk/>
          <pc:sldMasterMk cId="3423799909" sldId="2147483678"/>
        </pc:sldMasterMkLst>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3526521629" sldId="2147483679"/>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3985328547" sldId="2147483680"/>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3456406189" sldId="2147483681"/>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2473599418" sldId="2147483682"/>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2769547441" sldId="2147483683"/>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2926349537" sldId="2147483684"/>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3872094627" sldId="2147483685"/>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762638700" sldId="2147483686"/>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1068883880" sldId="2147483687"/>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534970470" sldId="2147483688"/>
          </pc:sldLayoutMkLst>
        </pc:sldLayoutChg>
        <pc:sldLayoutChg chg="add del mod replId">
          <pc:chgData name="Pranesh G" userId="S::pranesh.g2021@vitstudent.ac.in::07b55897-05c3-4c1e-b5ee-542edd1ee88b" providerId="AD" clId="Web-{A7F580B4-6E69-A867-E8BC-B0C6169C6EFD}" dt="2024-09-11T08:25:15.139" v="1"/>
          <pc:sldLayoutMkLst>
            <pc:docMk/>
            <pc:sldMasterMk cId="3423799909" sldId="2147483678"/>
            <pc:sldLayoutMk cId="1441300514" sldId="2147483689"/>
          </pc:sldLayoutMkLst>
        </pc:sldLayoutChg>
      </pc:sldMasterChg>
      <pc:sldMasterChg chg="add del addSldLayout delSldLayout modSldLayout">
        <pc:chgData name="Pranesh G" userId="S::pranesh.g2021@vitstudent.ac.in::07b55897-05c3-4c1e-b5ee-542edd1ee88b" providerId="AD" clId="Web-{A7F580B4-6E69-A867-E8BC-B0C6169C6EFD}" dt="2024-09-11T08:25:24.608" v="2"/>
        <pc:sldMasterMkLst>
          <pc:docMk/>
          <pc:sldMasterMk cId="2943865370" sldId="2147483690"/>
        </pc:sldMasterMkLst>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1086303588" sldId="2147483691"/>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2609183410" sldId="2147483692"/>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1500881519" sldId="2147483693"/>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2814718788" sldId="2147483694"/>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795660761" sldId="2147483695"/>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3347174437" sldId="2147483696"/>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3536745660" sldId="2147483697"/>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3776478064" sldId="2147483698"/>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3380917766" sldId="2147483699"/>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1170795936" sldId="2147483700"/>
          </pc:sldLayoutMkLst>
        </pc:sldLayoutChg>
        <pc:sldLayoutChg chg="add del mod replId">
          <pc:chgData name="Pranesh G" userId="S::pranesh.g2021@vitstudent.ac.in::07b55897-05c3-4c1e-b5ee-542edd1ee88b" providerId="AD" clId="Web-{A7F580B4-6E69-A867-E8BC-B0C6169C6EFD}" dt="2024-09-11T08:25:24.608" v="2"/>
          <pc:sldLayoutMkLst>
            <pc:docMk/>
            <pc:sldMasterMk cId="2943865370" sldId="2147483690"/>
            <pc:sldLayoutMk cId="1935571279" sldId="2147483701"/>
          </pc:sldLayoutMkLst>
        </pc:sldLayoutChg>
      </pc:sldMasterChg>
      <pc:sldMasterChg chg="add del addSldLayout delSldLayout modSldLayout">
        <pc:chgData name="Pranesh G" userId="S::pranesh.g2021@vitstudent.ac.in::07b55897-05c3-4c1e-b5ee-542edd1ee88b" providerId="AD" clId="Web-{A7F580B4-6E69-A867-E8BC-B0C6169C6EFD}" dt="2024-09-11T08:25:28.249" v="3"/>
        <pc:sldMasterMkLst>
          <pc:docMk/>
          <pc:sldMasterMk cId="779102964" sldId="2147483702"/>
        </pc:sldMasterMkLst>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4125881877" sldId="2147483703"/>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2396531320" sldId="2147483704"/>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2706168966" sldId="2147483705"/>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237654181" sldId="2147483706"/>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2750546257" sldId="2147483707"/>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4174842324" sldId="2147483708"/>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266916388" sldId="2147483709"/>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822850694" sldId="2147483710"/>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716528583" sldId="2147483711"/>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1707468564" sldId="2147483712"/>
          </pc:sldLayoutMkLst>
        </pc:sldLayoutChg>
        <pc:sldLayoutChg chg="add del mod replId">
          <pc:chgData name="Pranesh G" userId="S::pranesh.g2021@vitstudent.ac.in::07b55897-05c3-4c1e-b5ee-542edd1ee88b" providerId="AD" clId="Web-{A7F580B4-6E69-A867-E8BC-B0C6169C6EFD}" dt="2024-09-11T08:25:28.249" v="3"/>
          <pc:sldLayoutMkLst>
            <pc:docMk/>
            <pc:sldMasterMk cId="779102964" sldId="2147483702"/>
            <pc:sldLayoutMk cId="2386855106" sldId="2147483713"/>
          </pc:sldLayoutMkLst>
        </pc:sldLayoutChg>
      </pc:sldMasterChg>
      <pc:sldMasterChg chg="add addSldLayout modSldLayout">
        <pc:chgData name="Pranesh G" userId="S::pranesh.g2021@vitstudent.ac.in::07b55897-05c3-4c1e-b5ee-542edd1ee88b" providerId="AD" clId="Web-{A7F580B4-6E69-A867-E8BC-B0C6169C6EFD}" dt="2024-09-11T08:25:28.249" v="3"/>
        <pc:sldMasterMkLst>
          <pc:docMk/>
          <pc:sldMasterMk cId="3428663944" sldId="2147483714"/>
        </pc:sldMasterMkLst>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459059488" sldId="2147483715"/>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1907377144" sldId="2147483716"/>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781893043" sldId="2147483717"/>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864441799" sldId="2147483718"/>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232219481" sldId="2147483719"/>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1785961605" sldId="2147483720"/>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185902290" sldId="2147483721"/>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80900495" sldId="2147483722"/>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2500420868" sldId="2147483723"/>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5325763" sldId="2147483724"/>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2753612587" sldId="2147483725"/>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2081013766" sldId="2147483726"/>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143856042" sldId="2147483727"/>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3114065020" sldId="2147483728"/>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4187233664" sldId="2147483729"/>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3377312116" sldId="2147483730"/>
          </pc:sldLayoutMkLst>
        </pc:sldLayoutChg>
        <pc:sldLayoutChg chg="add mod replId">
          <pc:chgData name="Pranesh G" userId="S::pranesh.g2021@vitstudent.ac.in::07b55897-05c3-4c1e-b5ee-542edd1ee88b" providerId="AD" clId="Web-{A7F580B4-6E69-A867-E8BC-B0C6169C6EFD}" dt="2024-09-11T08:25:28.249" v="3"/>
          <pc:sldLayoutMkLst>
            <pc:docMk/>
            <pc:sldMasterMk cId="3428663944" sldId="2147483714"/>
            <pc:sldLayoutMk cId="3455206014" sldId="2147483731"/>
          </pc:sldLayoutMkLst>
        </pc:sldLayoutChg>
      </pc:sldMasterChg>
    </pc:docChg>
  </pc:docChgLst>
  <pc:docChgLst>
    <pc:chgData name="Raviramanan V" userId="S::raviramanan.v2021@vitstudent.ac.in::b40ecaee-5a19-4192-b125-88bd53d45518" providerId="AD" clId="Web-{CA7B37AF-9199-4BBB-9238-F5D56B7564C1}"/>
    <pc:docChg chg="modSld">
      <pc:chgData name="Raviramanan V" userId="S::raviramanan.v2021@vitstudent.ac.in::b40ecaee-5a19-4192-b125-88bd53d45518" providerId="AD" clId="Web-{CA7B37AF-9199-4BBB-9238-F5D56B7564C1}" dt="2024-09-04T08:49:24.362" v="14" actId="1076"/>
      <pc:docMkLst>
        <pc:docMk/>
      </pc:docMkLst>
      <pc:sldChg chg="modSp">
        <pc:chgData name="Raviramanan V" userId="S::raviramanan.v2021@vitstudent.ac.in::b40ecaee-5a19-4192-b125-88bd53d45518" providerId="AD" clId="Web-{CA7B37AF-9199-4BBB-9238-F5D56B7564C1}" dt="2024-09-04T08:46:47.126" v="9" actId="1076"/>
        <pc:sldMkLst>
          <pc:docMk/>
          <pc:sldMk cId="1404600445" sldId="322"/>
        </pc:sldMkLst>
        <pc:picChg chg="mod">
          <ac:chgData name="Raviramanan V" userId="S::raviramanan.v2021@vitstudent.ac.in::b40ecaee-5a19-4192-b125-88bd53d45518" providerId="AD" clId="Web-{CA7B37AF-9199-4BBB-9238-F5D56B7564C1}" dt="2024-09-04T08:46:45.455" v="8" actId="1076"/>
          <ac:picMkLst>
            <pc:docMk/>
            <pc:sldMk cId="1404600445" sldId="322"/>
            <ac:picMk id="2" creationId="{00000000-0000-0000-0000-000000000000}"/>
          </ac:picMkLst>
        </pc:picChg>
        <pc:picChg chg="mod">
          <ac:chgData name="Raviramanan V" userId="S::raviramanan.v2021@vitstudent.ac.in::b40ecaee-5a19-4192-b125-88bd53d45518" providerId="AD" clId="Web-{CA7B37AF-9199-4BBB-9238-F5D56B7564C1}" dt="2024-09-04T08:46:47.126" v="9" actId="1076"/>
          <ac:picMkLst>
            <pc:docMk/>
            <pc:sldMk cId="1404600445" sldId="322"/>
            <ac:picMk id="4" creationId="{00000000-0000-0000-0000-000000000000}"/>
          </ac:picMkLst>
        </pc:picChg>
      </pc:sldChg>
      <pc:sldChg chg="modSp">
        <pc:chgData name="Raviramanan V" userId="S::raviramanan.v2021@vitstudent.ac.in::b40ecaee-5a19-4192-b125-88bd53d45518" providerId="AD" clId="Web-{CA7B37AF-9199-4BBB-9238-F5D56B7564C1}" dt="2024-09-04T08:49:24.362" v="14" actId="1076"/>
        <pc:sldMkLst>
          <pc:docMk/>
          <pc:sldMk cId="658211261" sldId="352"/>
        </pc:sldMkLst>
        <pc:picChg chg="mod">
          <ac:chgData name="Raviramanan V" userId="S::raviramanan.v2021@vitstudent.ac.in::b40ecaee-5a19-4192-b125-88bd53d45518" providerId="AD" clId="Web-{CA7B37AF-9199-4BBB-9238-F5D56B7564C1}" dt="2024-09-04T08:49:22.628" v="13" actId="1076"/>
          <ac:picMkLst>
            <pc:docMk/>
            <pc:sldMk cId="658211261" sldId="352"/>
            <ac:picMk id="2" creationId="{00000000-0000-0000-0000-000000000000}"/>
          </ac:picMkLst>
        </pc:picChg>
        <pc:picChg chg="mod">
          <ac:chgData name="Raviramanan V" userId="S::raviramanan.v2021@vitstudent.ac.in::b40ecaee-5a19-4192-b125-88bd53d45518" providerId="AD" clId="Web-{CA7B37AF-9199-4BBB-9238-F5D56B7564C1}" dt="2024-09-04T08:49:24.362" v="14" actId="1076"/>
          <ac:picMkLst>
            <pc:docMk/>
            <pc:sldMk cId="658211261" sldId="352"/>
            <ac:picMk id="4" creationId="{00000000-0000-0000-0000-000000000000}"/>
          </ac:picMkLst>
        </pc:picChg>
      </pc:sldChg>
    </pc:docChg>
  </pc:docChgLst>
  <pc:docChgLst>
    <pc:chgData name="Pranesh G" userId="S::pranesh.g2021@vitstudent.ac.in::07b55897-05c3-4c1e-b5ee-542edd1ee88b" providerId="AD" clId="Web-{A32A5EB7-23A2-DCB7-6B48-9B991E20770A}"/>
    <pc:docChg chg="modSld">
      <pc:chgData name="Pranesh G" userId="S::pranesh.g2021@vitstudent.ac.in::07b55897-05c3-4c1e-b5ee-542edd1ee88b" providerId="AD" clId="Web-{A32A5EB7-23A2-DCB7-6B48-9B991E20770A}" dt="2024-09-17T18:07:44.299" v="5"/>
      <pc:docMkLst>
        <pc:docMk/>
      </pc:docMkLst>
      <pc:sldChg chg="modSp">
        <pc:chgData name="Pranesh G" userId="S::pranesh.g2021@vitstudent.ac.in::07b55897-05c3-4c1e-b5ee-542edd1ee88b" providerId="AD" clId="Web-{A32A5EB7-23A2-DCB7-6B48-9B991E20770A}" dt="2024-09-17T18:07:44.299" v="5"/>
        <pc:sldMkLst>
          <pc:docMk/>
          <pc:sldMk cId="1404600445" sldId="322"/>
        </pc:sldMkLst>
        <pc:picChg chg="mod modCrop">
          <ac:chgData name="Pranesh G" userId="S::pranesh.g2021@vitstudent.ac.in::07b55897-05c3-4c1e-b5ee-542edd1ee88b" providerId="AD" clId="Web-{A32A5EB7-23A2-DCB7-6B48-9B991E20770A}" dt="2024-09-17T18:07:44.299" v="5"/>
          <ac:picMkLst>
            <pc:docMk/>
            <pc:sldMk cId="1404600445" sldId="322"/>
            <ac:picMk id="2" creationId="{00000000-0000-0000-0000-000000000000}"/>
          </ac:picMkLst>
        </pc:picChg>
      </pc:sldChg>
      <pc:sldChg chg="addSp delSp addAnim delAnim">
        <pc:chgData name="Pranesh G" userId="S::pranesh.g2021@vitstudent.ac.in::07b55897-05c3-4c1e-b5ee-542edd1ee88b" providerId="AD" clId="Web-{A32A5EB7-23A2-DCB7-6B48-9B991E20770A}" dt="2024-09-17T18:07:29.158" v="1"/>
        <pc:sldMkLst>
          <pc:docMk/>
          <pc:sldMk cId="2969851081" sldId="345"/>
        </pc:sldMkLst>
        <pc:picChg chg="add del">
          <ac:chgData name="Pranesh G" userId="S::pranesh.g2021@vitstudent.ac.in::07b55897-05c3-4c1e-b5ee-542edd1ee88b" providerId="AD" clId="Web-{A32A5EB7-23A2-DCB7-6B48-9B991E20770A}" dt="2024-09-17T18:07:29.158" v="1"/>
          <ac:picMkLst>
            <pc:docMk/>
            <pc:sldMk cId="2969851081" sldId="345"/>
            <ac:picMk id="3" creationId="{00000000-0000-0000-0000-000000000000}"/>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59059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907377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781893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61BEF0D-F0BB-DE4B-95CE-6DB70DBA9567}" type="datetimeFigureOut">
              <a:rPr lang="en-US" dirty="0"/>
              <a:pPr/>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644417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9/17/2024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32219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9/17/2024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7859616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9/17/2024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85902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80900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9/17/2024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500420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9/17/2024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5325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27536125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spTree>
    <p:extLst>
      <p:ext uri="{BB962C8B-B14F-4D97-AF65-F5344CB8AC3E}">
        <p14:creationId xmlns:p14="http://schemas.microsoft.com/office/powerpoint/2010/main" val="2081013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1438560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a:solidFill>
                  <a:schemeClr val="tx1"/>
                </a:solidFill>
                <a:effectLst/>
              </a:rPr>
              <a:t>”</a:t>
            </a:r>
          </a:p>
        </p:txBody>
      </p:sp>
    </p:spTree>
    <p:extLst>
      <p:ext uri="{BB962C8B-B14F-4D97-AF65-F5344CB8AC3E}">
        <p14:creationId xmlns:p14="http://schemas.microsoft.com/office/powerpoint/2010/main" val="31140650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41872336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3773121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9/17/2024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a:p>
        </p:txBody>
      </p:sp>
    </p:spTree>
    <p:extLst>
      <p:ext uri="{BB962C8B-B14F-4D97-AF65-F5344CB8AC3E}">
        <p14:creationId xmlns:p14="http://schemas.microsoft.com/office/powerpoint/2010/main" val="3455206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9/17/2024</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a:t>
            </a:fld>
            <a:endParaRPr lang="en-US"/>
          </a:p>
        </p:txBody>
      </p:sp>
    </p:spTree>
    <p:extLst>
      <p:ext uri="{BB962C8B-B14F-4D97-AF65-F5344CB8AC3E}">
        <p14:creationId xmlns:p14="http://schemas.microsoft.com/office/powerpoint/2010/main" val="3428663944"/>
      </p:ext>
    </p:extLst>
  </p:cSld>
  <p:clrMap bg1="dk1" tx1="lt1" bg2="dk2" tx2="lt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 id="2147483727" r:id="rId13"/>
    <p:sldLayoutId id="2147483728" r:id="rId14"/>
    <p:sldLayoutId id="2147483729" r:id="rId15"/>
    <p:sldLayoutId id="2147483730" r:id="rId16"/>
    <p:sldLayoutId id="214748373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image" Target="../media/image2.gif"/><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7" name="Rectangle 6"/>
          <p:cNvSpPr/>
          <p:nvPr/>
        </p:nvSpPr>
        <p:spPr>
          <a:xfrm>
            <a:off x="166253" y="1717952"/>
            <a:ext cx="11859493" cy="3435936"/>
          </a:xfrm>
          <a:prstGeom prst="rect">
            <a:avLst/>
          </a:prstGeom>
        </p:spPr>
        <p:style>
          <a:lnRef idx="3">
            <a:schemeClr val="lt1"/>
          </a:lnRef>
          <a:fillRef idx="1">
            <a:schemeClr val="dk1"/>
          </a:fillRef>
          <a:effectRef idx="1">
            <a:schemeClr val="dk1"/>
          </a:effectRef>
          <a:fontRef idx="minor">
            <a:schemeClr val="lt1"/>
          </a:fontRef>
        </p:style>
        <p:txBody>
          <a:bodyPr rtlCol="0" anchor="ctr"/>
          <a:lstStyle/>
          <a:p>
            <a:pPr algn="ctr"/>
            <a:endParaRPr lang="en-US"/>
          </a:p>
        </p:txBody>
      </p:sp>
      <p:sp>
        <p:nvSpPr>
          <p:cNvPr id="6" name="Rounded Rectangle 5"/>
          <p:cNvSpPr/>
          <p:nvPr/>
        </p:nvSpPr>
        <p:spPr>
          <a:xfrm>
            <a:off x="166260" y="240888"/>
            <a:ext cx="11873345" cy="6400800"/>
          </a:xfrm>
          <a:prstGeom prst="roundRect">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effectLst>
                <a:glow rad="101600">
                  <a:schemeClr val="bg1">
                    <a:lumMod val="95000"/>
                    <a:lumOff val="5000"/>
                    <a:alpha val="60000"/>
                  </a:schemeClr>
                </a:glow>
              </a:effectLst>
            </a:endParaRPr>
          </a:p>
        </p:txBody>
      </p:sp>
      <p:sp>
        <p:nvSpPr>
          <p:cNvPr id="13" name="Flowchart: Alternate Process 12"/>
          <p:cNvSpPr/>
          <p:nvPr/>
        </p:nvSpPr>
        <p:spPr>
          <a:xfrm>
            <a:off x="692731" y="2434647"/>
            <a:ext cx="10820400" cy="2719241"/>
          </a:xfrm>
          <a:prstGeom prst="flowChartAlternateProcess">
            <a:avLst/>
          </a:prstGeom>
          <a:solidFill>
            <a:schemeClr val="bg1"/>
          </a:solidFill>
          <a:ln w="28575">
            <a:solidFill>
              <a:schemeClr val="accent5"/>
            </a:solidFill>
          </a:ln>
        </p:spPr>
        <p:style>
          <a:lnRef idx="1">
            <a:schemeClr val="accent3"/>
          </a:lnRef>
          <a:fillRef idx="2">
            <a:schemeClr val="accent3"/>
          </a:fillRef>
          <a:effectRef idx="1">
            <a:schemeClr val="accent3"/>
          </a:effectRef>
          <a:fontRef idx="minor">
            <a:schemeClr val="dk1"/>
          </a:fontRef>
        </p:style>
        <p:txBody>
          <a:bodyPr rtlCol="0" anchor="ctr"/>
          <a:lstStyle/>
          <a:p>
            <a:pPr algn="ctr"/>
            <a:r>
              <a:rPr lang="en-IN" sz="6000" b="1">
                <a:ln w="12700">
                  <a:solidFill>
                    <a:schemeClr val="accent5"/>
                  </a:solidFill>
                  <a:prstDash val="solid"/>
                </a:ln>
                <a:pattFill prst="ltDnDiag">
                  <a:fgClr>
                    <a:schemeClr val="accent5">
                      <a:lumMod val="60000"/>
                      <a:lumOff val="40000"/>
                    </a:schemeClr>
                  </a:fgClr>
                  <a:bgClr>
                    <a:schemeClr val="bg1"/>
                  </a:bgClr>
                </a:pattFill>
                <a:latin typeface="Century Gothic" panose="020B0502020202020204" pitchFamily="34" charset="0"/>
              </a:rPr>
              <a:t>LAB-7</a:t>
            </a:r>
          </a:p>
          <a:p>
            <a:pPr algn="ctr"/>
            <a:r>
              <a:rPr lang="en-IN" sz="48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Century Gothic" panose="020B0502020202020204" pitchFamily="34" charset="0"/>
                <a:cs typeface="Narkisim" pitchFamily="34" charset="-79"/>
              </a:rPr>
              <a:t>Working with Ultrasonic Sensor</a:t>
            </a:r>
          </a:p>
        </p:txBody>
      </p:sp>
      <p:sp>
        <p:nvSpPr>
          <p:cNvPr id="8" name="TextBox 7"/>
          <p:cNvSpPr txBox="1"/>
          <p:nvPr/>
        </p:nvSpPr>
        <p:spPr>
          <a:xfrm>
            <a:off x="406400" y="1525720"/>
            <a:ext cx="11295449" cy="769441"/>
          </a:xfrm>
          <a:prstGeom prst="rect">
            <a:avLst/>
          </a:prstGeom>
          <a:noFill/>
        </p:spPr>
        <p:txBody>
          <a:bodyPr wrap="square" rtlCol="0">
            <a:spAutoFit/>
          </a:bodyPr>
          <a:lstStyle/>
          <a:p>
            <a:pPr algn="ctr"/>
            <a:r>
              <a:rPr lang="en-US" sz="4400" b="1">
                <a:ln w="12700">
                  <a:solidFill>
                    <a:schemeClr val="accent3">
                      <a:lumMod val="50000"/>
                    </a:schemeClr>
                  </a:solidFill>
                  <a:prstDash val="solid"/>
                </a:ln>
                <a:pattFill prst="narHorz">
                  <a:fgClr>
                    <a:schemeClr val="accent3"/>
                  </a:fgClr>
                  <a:bgClr>
                    <a:schemeClr val="accent3">
                      <a:lumMod val="40000"/>
                      <a:lumOff val="60000"/>
                    </a:schemeClr>
                  </a:bgClr>
                </a:pattFill>
                <a:effectLst>
                  <a:innerShdw blurRad="177800">
                    <a:schemeClr val="accent3">
                      <a:lumMod val="50000"/>
                    </a:schemeClr>
                  </a:innerShdw>
                </a:effectLst>
                <a:latin typeface="Century Gothic" panose="020B0502020202020204" pitchFamily="34" charset="0"/>
              </a:rPr>
              <a:t>BECE403E-Embedded System Design Lab</a:t>
            </a:r>
          </a:p>
        </p:txBody>
      </p:sp>
      <p:sp>
        <p:nvSpPr>
          <p:cNvPr id="9" name="Pentagon 8"/>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39989F56-CDD1-4D38-8356-4B66AE2768AD}" type="slidenum">
              <a:rPr lang="en-US" sz="1400" b="1" smtClean="0">
                <a:solidFill>
                  <a:schemeClr val="bg1"/>
                </a:solidFill>
                <a:latin typeface="Century Gothic" panose="020B0502020202020204" pitchFamily="34" charset="0"/>
              </a:rPr>
              <a:t>1</a:t>
            </a:fld>
            <a:endParaRPr lang="en-US" sz="1400" b="1">
              <a:solidFill>
                <a:schemeClr val="bg1"/>
              </a:solidFill>
              <a:latin typeface="Century Gothic" panose="020B0502020202020204" pitchFamily="34" charset="0"/>
            </a:endParaRPr>
          </a:p>
        </p:txBody>
      </p:sp>
      <p:sp>
        <p:nvSpPr>
          <p:cNvPr id="10" name="TextBox 9"/>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4169447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8" name="TextBox 7"/>
          <p:cNvSpPr txBox="1"/>
          <p:nvPr/>
        </p:nvSpPr>
        <p:spPr>
          <a:xfrm>
            <a:off x="216859" y="1083073"/>
            <a:ext cx="11745907" cy="5355312"/>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An ultrasonic sensor is an electronic device that </a:t>
            </a:r>
            <a:r>
              <a:rPr lang="en-IN" sz="2800">
                <a:solidFill>
                  <a:srgbClr val="C00000"/>
                </a:solidFill>
                <a:latin typeface="Tw Cen MT" panose="020B0602020104020603" pitchFamily="34" charset="0"/>
                <a:cs typeface="Segoe UI" panose="020B0502040204020203" pitchFamily="34" charset="0"/>
              </a:rPr>
              <a:t>measures the distance of a target object by emitting ultrasonic sound waves, </a:t>
            </a:r>
            <a:r>
              <a:rPr lang="en-IN" sz="2800">
                <a:solidFill>
                  <a:schemeClr val="bg1"/>
                </a:solidFill>
                <a:latin typeface="Tw Cen MT" panose="020B0602020104020603" pitchFamily="34" charset="0"/>
                <a:cs typeface="Segoe UI" panose="020B0502040204020203" pitchFamily="34" charset="0"/>
              </a:rPr>
              <a:t>and converts the reflected sound into an electrical signal.</a:t>
            </a:r>
          </a:p>
          <a:p>
            <a:pPr marL="457200" indent="-457200" algn="just">
              <a:buClr>
                <a:schemeClr val="accent5">
                  <a:lumMod val="75000"/>
                </a:schemeClr>
              </a:buClr>
              <a:buFont typeface="Wingdings" panose="05000000000000000000" pitchFamily="2" charset="2"/>
              <a:buChar char="Ø"/>
            </a:pPr>
            <a:endParaRPr lang="en-IN" sz="14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Ultrasonic sensors have two main components: </a:t>
            </a:r>
          </a:p>
          <a:p>
            <a:pPr marL="914400" lvl="1"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Transmitter (which emits the sound using piezoelectric crystals)</a:t>
            </a:r>
          </a:p>
          <a:p>
            <a:pPr marL="914400" lvl="1"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Receiver (which encounters the sound after it has travelled to and from the target).</a:t>
            </a:r>
          </a:p>
          <a:p>
            <a:pPr marL="457200" indent="-457200" algn="just">
              <a:buClr>
                <a:schemeClr val="accent5">
                  <a:lumMod val="75000"/>
                </a:schemeClr>
              </a:buClr>
              <a:buFont typeface="Wingdings" panose="05000000000000000000" pitchFamily="2" charset="2"/>
              <a:buChar char="Ø"/>
            </a:pPr>
            <a:endParaRPr lang="en-IN" sz="14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In order to calculate the distance between the sensor and the object, the </a:t>
            </a:r>
            <a:r>
              <a:rPr lang="en-IN" sz="2800">
                <a:solidFill>
                  <a:srgbClr val="C00000"/>
                </a:solidFill>
                <a:latin typeface="Tw Cen MT" panose="020B0602020104020603" pitchFamily="34" charset="0"/>
                <a:cs typeface="Segoe UI" panose="020B0502040204020203" pitchFamily="34" charset="0"/>
              </a:rPr>
              <a:t>sensor measures the time it takes between the emission of the sound by the transmitter to its contact with the receiver.</a:t>
            </a:r>
            <a:r>
              <a:rPr lang="en-IN" sz="2800">
                <a:solidFill>
                  <a:schemeClr val="bg1"/>
                </a:solidFill>
                <a:latin typeface="Tw Cen MT" panose="020B0602020104020603" pitchFamily="34" charset="0"/>
                <a:cs typeface="Segoe UI" panose="020B0502040204020203" pitchFamily="34" charset="0"/>
              </a:rPr>
              <a:t> </a:t>
            </a:r>
          </a:p>
          <a:p>
            <a:pPr marL="457200" indent="-457200" algn="just">
              <a:buClr>
                <a:schemeClr val="accent5">
                  <a:lumMod val="75000"/>
                </a:schemeClr>
              </a:buClr>
              <a:buFont typeface="Wingdings" panose="05000000000000000000" pitchFamily="2" charset="2"/>
              <a:buChar char="Ø"/>
            </a:pPr>
            <a:endParaRPr lang="en-IN" sz="14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 formula for this calculation is </a:t>
            </a:r>
            <a:r>
              <a:rPr lang="en-IN" sz="2800">
                <a:solidFill>
                  <a:srgbClr val="C00000"/>
                </a:solidFill>
                <a:latin typeface="Tw Cen MT" panose="020B0602020104020603" pitchFamily="34" charset="0"/>
                <a:cs typeface="Segoe UI" panose="020B0502040204020203" pitchFamily="34" charset="0"/>
              </a:rPr>
              <a:t>D = ½ T x C </a:t>
            </a:r>
            <a:r>
              <a:rPr lang="en-IN" sz="2800">
                <a:solidFill>
                  <a:schemeClr val="bg1"/>
                </a:solidFill>
                <a:latin typeface="Tw Cen MT" panose="020B0602020104020603" pitchFamily="34" charset="0"/>
                <a:cs typeface="Segoe UI" panose="020B0502040204020203" pitchFamily="34" charset="0"/>
              </a:rPr>
              <a:t>(where D is the distance, T is the time, and C is the speed of sound ~ 343 meters/second).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2</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244907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8" end="8"/>
                                            </p:txEl>
                                          </p:spTgt>
                                        </p:tgtEl>
                                        <p:attrNameLst>
                                          <p:attrName>style.visibility</p:attrName>
                                        </p:attrNameLst>
                                      </p:cBhvr>
                                      <p:to>
                                        <p:strVal val="visible"/>
                                      </p:to>
                                    </p:set>
                                    <p:animEffect transition="in" filter="fade">
                                      <p:cBhvr>
                                        <p:cTn id="32"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8" name="TextBox 7"/>
          <p:cNvSpPr txBox="1"/>
          <p:nvPr/>
        </p:nvSpPr>
        <p:spPr>
          <a:xfrm>
            <a:off x="216859" y="1083073"/>
            <a:ext cx="11745907" cy="5232202"/>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Ultrasonic sensors are </a:t>
            </a:r>
            <a:r>
              <a:rPr lang="en-IN" sz="2800">
                <a:solidFill>
                  <a:srgbClr val="C00000"/>
                </a:solidFill>
                <a:latin typeface="Tw Cen MT" panose="020B0602020104020603" pitchFamily="34" charset="0"/>
                <a:cs typeface="Segoe UI" panose="020B0502040204020203" pitchFamily="34" charset="0"/>
              </a:rPr>
              <a:t>used primarily as proximity sensors. </a:t>
            </a:r>
          </a:p>
          <a:p>
            <a:pPr marL="457200" indent="-457200" algn="just">
              <a:buClr>
                <a:schemeClr val="accent5">
                  <a:lumMod val="75000"/>
                </a:schemeClr>
              </a:buClr>
              <a:buFont typeface="Wingdings" panose="05000000000000000000" pitchFamily="2" charset="2"/>
              <a:buChar char="Ø"/>
            </a:pPr>
            <a:endParaRPr lang="en-IN" sz="14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They can be found in </a:t>
            </a:r>
            <a:r>
              <a:rPr lang="en-IN" sz="2800">
                <a:solidFill>
                  <a:srgbClr val="C00000"/>
                </a:solidFill>
                <a:latin typeface="Tw Cen MT" panose="020B0602020104020603" pitchFamily="34" charset="0"/>
                <a:cs typeface="Segoe UI" panose="020B0502040204020203" pitchFamily="34" charset="0"/>
              </a:rPr>
              <a:t>automobile self-parking technology, anti-collision safety systems, robotic obstacle detection systems </a:t>
            </a:r>
            <a:r>
              <a:rPr lang="en-IN" sz="2800">
                <a:solidFill>
                  <a:schemeClr val="bg1"/>
                </a:solidFill>
                <a:latin typeface="Tw Cen MT" panose="020B0602020104020603" pitchFamily="34" charset="0"/>
                <a:cs typeface="Segoe UI" panose="020B0502040204020203" pitchFamily="34" charset="0"/>
              </a:rPr>
              <a:t>also used as level sensors to detect, monitor, and regulate liquid levels in closed containers.</a:t>
            </a:r>
          </a:p>
          <a:p>
            <a:pPr marL="457200" indent="-457200" algn="just">
              <a:buClr>
                <a:schemeClr val="accent5">
                  <a:lumMod val="75000"/>
                </a:schemeClr>
              </a:buClr>
              <a:buFont typeface="Wingdings" panose="05000000000000000000" pitchFamily="2" charset="2"/>
              <a:buChar char="Ø"/>
            </a:pPr>
            <a:endParaRPr lang="en-IN" sz="20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 </a:t>
            </a:r>
            <a:r>
              <a:rPr lang="en-IN" sz="2800">
                <a:solidFill>
                  <a:srgbClr val="C00000"/>
                </a:solidFill>
                <a:latin typeface="Tw Cen MT" panose="020B0602020104020603" pitchFamily="34" charset="0"/>
                <a:cs typeface="Segoe UI" panose="020B0502040204020203" pitchFamily="34" charset="0"/>
              </a:rPr>
              <a:t>HC-SR04 ultrasonic sensor </a:t>
            </a:r>
            <a:r>
              <a:rPr lang="en-IN" sz="2800">
                <a:solidFill>
                  <a:schemeClr val="bg1"/>
                </a:solidFill>
                <a:latin typeface="Tw Cen MT" panose="020B0602020104020603" pitchFamily="34" charset="0"/>
                <a:cs typeface="Segoe UI" panose="020B0502040204020203" pitchFamily="34" charset="0"/>
              </a:rPr>
              <a:t>offers excellent non-contact range detection with high accuracy and stable readings from </a:t>
            </a:r>
            <a:r>
              <a:rPr lang="en-IN" sz="2800">
                <a:solidFill>
                  <a:srgbClr val="C00000"/>
                </a:solidFill>
                <a:latin typeface="Tw Cen MT" panose="020B0602020104020603" pitchFamily="34" charset="0"/>
                <a:cs typeface="Segoe UI" panose="020B0502040204020203" pitchFamily="34" charset="0"/>
              </a:rPr>
              <a:t>2 cm to 400 cm. </a:t>
            </a:r>
          </a:p>
          <a:p>
            <a:pPr marL="457200" indent="-457200" algn="just">
              <a:buClr>
                <a:schemeClr val="accent5">
                  <a:lumMod val="75000"/>
                </a:schemeClr>
              </a:buClr>
              <a:buFont typeface="Wingdings" panose="05000000000000000000" pitchFamily="2" charset="2"/>
              <a:buChar char="Ø"/>
            </a:pPr>
            <a:endParaRPr lang="en-IN" sz="20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It comes complete with ultrasonic transmitter and receiver module.</a:t>
            </a:r>
          </a:p>
          <a:p>
            <a:pPr marL="457200" indent="-457200" algn="just">
              <a:buClr>
                <a:schemeClr val="accent5">
                  <a:lumMod val="75000"/>
                </a:schemeClr>
              </a:buClr>
              <a:buFont typeface="Wingdings" panose="05000000000000000000" pitchFamily="2" charset="2"/>
              <a:buChar char="Ø"/>
            </a:pPr>
            <a:endParaRPr lang="en-IN" sz="2000">
              <a:solidFill>
                <a:schemeClr val="bg1"/>
              </a:solidFill>
              <a:latin typeface="Tw Cen MT" panose="020B0602020104020603" pitchFamily="34" charset="0"/>
              <a:cs typeface="Segoe UI" panose="020B0502040204020203" pitchFamily="34" charset="0"/>
            </a:endParaRPr>
          </a:p>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The HC-SR04 Ultrasonic Module has </a:t>
            </a:r>
            <a:r>
              <a:rPr lang="en-IN" sz="2800">
                <a:solidFill>
                  <a:srgbClr val="C00000"/>
                </a:solidFill>
                <a:latin typeface="Tw Cen MT" panose="020B0602020104020603" pitchFamily="34" charset="0"/>
                <a:cs typeface="Segoe UI" panose="020B0502040204020203" pitchFamily="34" charset="0"/>
              </a:rPr>
              <a:t>4 pins, Ground (Gnd), VCC (5V) , Trig and Echo. </a:t>
            </a:r>
            <a:r>
              <a:rPr lang="en-IN" sz="2800">
                <a:solidFill>
                  <a:schemeClr val="bg1"/>
                </a:solidFill>
                <a:latin typeface="Tw Cen MT" panose="020B0602020104020603" pitchFamily="34" charset="0"/>
                <a:cs typeface="Segoe UI" panose="020B0502040204020203" pitchFamily="34" charset="0"/>
              </a:rPr>
              <a:t>The trig and echo pins to any Digital I/O pin on the Nucleo Board.</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3</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2544801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animEffect transition="in" filter="fade">
                                      <p:cBhvr>
                                        <p:cTn id="2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8" name="TextBox 7"/>
          <p:cNvSpPr txBox="1"/>
          <p:nvPr/>
        </p:nvSpPr>
        <p:spPr>
          <a:xfrm>
            <a:off x="216859" y="1238099"/>
            <a:ext cx="11745907" cy="5109091"/>
          </a:xfrm>
          <a:prstGeom prst="rect">
            <a:avLst/>
          </a:prstGeom>
          <a:noFill/>
        </p:spPr>
        <p:txBody>
          <a:bodyPr wrap="square" rtlCol="0">
            <a:spAutoFit/>
          </a:bodyPr>
          <a:lstStyle/>
          <a:p>
            <a:pPr marL="457200" indent="-457200" algn="just">
              <a:buClr>
                <a:schemeClr val="accent5">
                  <a:lumMod val="75000"/>
                </a:schemeClr>
              </a:buClr>
              <a:buFont typeface="Wingdings" panose="05000000000000000000" pitchFamily="2" charset="2"/>
              <a:buChar char="Ø"/>
            </a:pPr>
            <a:r>
              <a:rPr lang="en-IN" sz="2800">
                <a:solidFill>
                  <a:schemeClr val="bg1"/>
                </a:solidFill>
                <a:latin typeface="Tw Cen MT" panose="020B0602020104020603" pitchFamily="34" charset="0"/>
                <a:cs typeface="Segoe UI" panose="020B0502040204020203" pitchFamily="34" charset="0"/>
              </a:rPr>
              <a:t>Steps involved in measuring distance using HC-SR04 Ultrasonic module are,</a:t>
            </a:r>
          </a:p>
          <a:p>
            <a:pPr marL="914400" lvl="1" indent="-457200" algn="just">
              <a:buClr>
                <a:schemeClr val="accent5">
                  <a:lumMod val="75000"/>
                </a:schemeClr>
              </a:buClr>
              <a:buFont typeface="Wingdings" panose="05000000000000000000" pitchFamily="2" charset="2"/>
              <a:buChar char="Ø"/>
            </a:pPr>
            <a:endParaRPr lang="en-IN" sz="1000">
              <a:solidFill>
                <a:schemeClr val="bg1"/>
              </a:solidFill>
              <a:latin typeface="Tw Cen MT" panose="020B0602020104020603" pitchFamily="34" charset="0"/>
              <a:cs typeface="Segoe UI" panose="020B0502040204020203" pitchFamily="34" charset="0"/>
            </a:endParaRPr>
          </a:p>
          <a:p>
            <a:pPr marL="914400" lvl="1"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Transmit trigger pulse of at least 10 us </a:t>
            </a:r>
            <a:r>
              <a:rPr lang="en-IN" sz="2400">
                <a:solidFill>
                  <a:schemeClr val="bg1"/>
                </a:solidFill>
                <a:latin typeface="Tw Cen MT" panose="020B0602020104020603" pitchFamily="34" charset="0"/>
                <a:cs typeface="Segoe UI" panose="020B0502040204020203" pitchFamily="34" charset="0"/>
              </a:rPr>
              <a:t>to the HC-SR04 Trig Pin.</a:t>
            </a:r>
          </a:p>
          <a:p>
            <a:pPr marL="914400" lvl="1" indent="-457200" algn="just">
              <a:buClr>
                <a:schemeClr val="accent5">
                  <a:lumMod val="75000"/>
                </a:schemeClr>
              </a:buClr>
              <a:buFont typeface="Wingdings" panose="05000000000000000000" pitchFamily="2" charset="2"/>
              <a:buChar char="Ø"/>
            </a:pPr>
            <a:endParaRPr lang="en-IN" sz="2400">
              <a:solidFill>
                <a:schemeClr val="bg1"/>
              </a:solidFill>
              <a:latin typeface="Tw Cen MT" panose="020B0602020104020603" pitchFamily="34" charset="0"/>
              <a:cs typeface="Segoe UI" panose="020B0502040204020203" pitchFamily="34" charset="0"/>
            </a:endParaRPr>
          </a:p>
          <a:p>
            <a:pPr marL="914400" lvl="1"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Then the HC-SR04 automatically </a:t>
            </a:r>
            <a:r>
              <a:rPr lang="en-IN" sz="2400">
                <a:solidFill>
                  <a:srgbClr val="C00000"/>
                </a:solidFill>
                <a:latin typeface="Tw Cen MT" panose="020B0602020104020603" pitchFamily="34" charset="0"/>
                <a:cs typeface="Segoe UI" panose="020B0502040204020203" pitchFamily="34" charset="0"/>
              </a:rPr>
              <a:t>sends Eight 40 kHz sound wave and generate the rising edge at Echo pin.</a:t>
            </a:r>
          </a:p>
          <a:p>
            <a:pPr marL="914400" lvl="1" indent="-457200" algn="just">
              <a:buClr>
                <a:schemeClr val="accent5">
                  <a:lumMod val="75000"/>
                </a:schemeClr>
              </a:buClr>
              <a:buFont typeface="Wingdings" panose="05000000000000000000" pitchFamily="2" charset="2"/>
              <a:buChar char="Ø"/>
            </a:pPr>
            <a:endParaRPr lang="en-IN" sz="2400">
              <a:solidFill>
                <a:schemeClr val="bg1"/>
              </a:solidFill>
              <a:latin typeface="Tw Cen MT" panose="020B0602020104020603" pitchFamily="34" charset="0"/>
              <a:cs typeface="Segoe UI" panose="020B0502040204020203" pitchFamily="34" charset="0"/>
            </a:endParaRPr>
          </a:p>
          <a:p>
            <a:pPr marL="914400" lvl="1" indent="-4572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When the rising edge capture occurs at Echo pin, </a:t>
            </a:r>
            <a:r>
              <a:rPr lang="en-IN" sz="2400">
                <a:solidFill>
                  <a:srgbClr val="C00000"/>
                </a:solidFill>
                <a:latin typeface="Tw Cen MT" panose="020B0602020104020603" pitchFamily="34" charset="0"/>
                <a:cs typeface="Segoe UI" panose="020B0502040204020203" pitchFamily="34" charset="0"/>
              </a:rPr>
              <a:t>start the Timer and wait for falling edge </a:t>
            </a:r>
            <a:r>
              <a:rPr lang="en-IN" sz="2400">
                <a:solidFill>
                  <a:schemeClr val="bg1"/>
                </a:solidFill>
                <a:latin typeface="Tw Cen MT" panose="020B0602020104020603" pitchFamily="34" charset="0"/>
                <a:cs typeface="Segoe UI" panose="020B0502040204020203" pitchFamily="34" charset="0"/>
              </a:rPr>
              <a:t>on Echo pin.</a:t>
            </a:r>
          </a:p>
          <a:p>
            <a:pPr marL="914400" lvl="1" indent="-457200" algn="just">
              <a:buClr>
                <a:schemeClr val="accent5">
                  <a:lumMod val="75000"/>
                </a:schemeClr>
              </a:buClr>
              <a:buFont typeface="Wingdings" panose="05000000000000000000" pitchFamily="2" charset="2"/>
              <a:buChar char="Ø"/>
            </a:pPr>
            <a:endParaRPr lang="en-IN" sz="2400">
              <a:solidFill>
                <a:schemeClr val="bg1"/>
              </a:solidFill>
              <a:latin typeface="Tw Cen MT" panose="020B0602020104020603" pitchFamily="34" charset="0"/>
              <a:cs typeface="Segoe UI" panose="020B0502040204020203" pitchFamily="34" charset="0"/>
            </a:endParaRPr>
          </a:p>
          <a:p>
            <a:pPr marL="914400" lvl="1" indent="-457200" algn="just">
              <a:buClr>
                <a:schemeClr val="accent5">
                  <a:lumMod val="75000"/>
                </a:schemeClr>
              </a:buClr>
              <a:buFont typeface="Wingdings" panose="05000000000000000000" pitchFamily="2" charset="2"/>
              <a:buChar char="Ø"/>
            </a:pPr>
            <a:r>
              <a:rPr lang="en-IN" sz="2400">
                <a:solidFill>
                  <a:srgbClr val="C00000"/>
                </a:solidFill>
                <a:latin typeface="Tw Cen MT" panose="020B0602020104020603" pitchFamily="34" charset="0"/>
                <a:cs typeface="Segoe UI" panose="020B0502040204020203" pitchFamily="34" charset="0"/>
              </a:rPr>
              <a:t>As soon as the falling edge is captured at the Echo pin, read the count of the Timer. </a:t>
            </a:r>
            <a:r>
              <a:rPr lang="en-IN" sz="2400">
                <a:solidFill>
                  <a:schemeClr val="bg1"/>
                </a:solidFill>
                <a:latin typeface="Tw Cen MT" panose="020B0602020104020603" pitchFamily="34" charset="0"/>
                <a:cs typeface="Segoe UI" panose="020B0502040204020203" pitchFamily="34" charset="0"/>
              </a:rPr>
              <a:t>This time count is the time required by the sensor to detect an object and return back from an object (to and from). </a:t>
            </a:r>
          </a:p>
          <a:p>
            <a:pPr marL="914400" lvl="1" indent="-457200" algn="just">
              <a:buClr>
                <a:schemeClr val="accent5">
                  <a:lumMod val="75000"/>
                </a:schemeClr>
              </a:buClr>
              <a:buFont typeface="Wingdings" panose="05000000000000000000" pitchFamily="2" charset="2"/>
              <a:buChar char="Ø"/>
            </a:pPr>
            <a:endParaRPr lang="en-IN" sz="24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4</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2951843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fade">
                                      <p:cBhvr>
                                        <p:cTn id="17" dur="500"/>
                                        <p:tgtEl>
                                          <p:spTgt spid="8">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6" end="6"/>
                                            </p:txEl>
                                          </p:spTgt>
                                        </p:tgtEl>
                                        <p:attrNameLst>
                                          <p:attrName>style.visibility</p:attrName>
                                        </p:attrNameLst>
                                      </p:cBhvr>
                                      <p:to>
                                        <p:strVal val="visible"/>
                                      </p:to>
                                    </p:set>
                                    <p:animEffect transition="in" filter="fade">
                                      <p:cBhvr>
                                        <p:cTn id="22" dur="500"/>
                                        <p:tgtEl>
                                          <p:spTgt spid="8">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8" end="8"/>
                                            </p:txEl>
                                          </p:spTgt>
                                        </p:tgtEl>
                                        <p:attrNameLst>
                                          <p:attrName>style.visibility</p:attrName>
                                        </p:attrNameLst>
                                      </p:cBhvr>
                                      <p:to>
                                        <p:strVal val="visible"/>
                                      </p:to>
                                    </p:set>
                                    <p:animEffect transition="in" filter="fade">
                                      <p:cBhvr>
                                        <p:cTn id="2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5</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4098" name="Picture 2" descr="Introduction To HC-SR04 (Ultrasonic Sensor) The Engineeri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2044" y="1849776"/>
            <a:ext cx="10452779" cy="3885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5187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6</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6990" y="2696437"/>
            <a:ext cx="4263987" cy="3282893"/>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2344" y="2696437"/>
            <a:ext cx="4290429" cy="3303251"/>
          </a:xfrm>
          <a:prstGeom prst="rect">
            <a:avLst/>
          </a:prstGeom>
        </p:spPr>
      </p:pic>
      <p:sp>
        <p:nvSpPr>
          <p:cNvPr id="4" name="Rectangle 3"/>
          <p:cNvSpPr/>
          <p:nvPr/>
        </p:nvSpPr>
        <p:spPr>
          <a:xfrm>
            <a:off x="902044" y="6095326"/>
            <a:ext cx="4158511" cy="369332"/>
          </a:xfrm>
          <a:prstGeom prst="rect">
            <a:avLst/>
          </a:prstGeom>
        </p:spPr>
        <p:txBody>
          <a:bodyPr wrap="none">
            <a:spAutoFit/>
          </a:bodyPr>
          <a:lstStyle/>
          <a:p>
            <a:r>
              <a:rPr lang="en-IN">
                <a:solidFill>
                  <a:srgbClr val="C00000"/>
                </a:solidFill>
                <a:latin typeface="Tw Cen MT" panose="020B0602020104020603" pitchFamily="34" charset="0"/>
                <a:cs typeface="Segoe UI" panose="020B0502040204020203" pitchFamily="34" charset="0"/>
              </a:rPr>
              <a:t>When no obstacles then timeout after 38ms</a:t>
            </a:r>
            <a:endParaRPr lang="en-IN">
              <a:solidFill>
                <a:srgbClr val="C00000"/>
              </a:solidFill>
            </a:endParaRPr>
          </a:p>
        </p:txBody>
      </p:sp>
      <p:sp>
        <p:nvSpPr>
          <p:cNvPr id="13" name="Rectangle 12"/>
          <p:cNvSpPr/>
          <p:nvPr/>
        </p:nvSpPr>
        <p:spPr>
          <a:xfrm>
            <a:off x="5475088" y="6099270"/>
            <a:ext cx="6227026" cy="369332"/>
          </a:xfrm>
          <a:prstGeom prst="rect">
            <a:avLst/>
          </a:prstGeom>
        </p:spPr>
        <p:txBody>
          <a:bodyPr wrap="none">
            <a:spAutoFit/>
          </a:bodyPr>
          <a:lstStyle/>
          <a:p>
            <a:r>
              <a:rPr lang="en-IN">
                <a:solidFill>
                  <a:srgbClr val="C00000"/>
                </a:solidFill>
                <a:latin typeface="Tw Cen MT" panose="020B0602020104020603" pitchFamily="34" charset="0"/>
                <a:cs typeface="Segoe UI" panose="020B0502040204020203" pitchFamily="34" charset="0"/>
              </a:rPr>
              <a:t>When obstacle detected pulse width of 50 µS to 25 </a:t>
            </a:r>
            <a:r>
              <a:rPr lang="en-IN" err="1">
                <a:solidFill>
                  <a:srgbClr val="C00000"/>
                </a:solidFill>
                <a:latin typeface="Tw Cen MT" panose="020B0602020104020603" pitchFamily="34" charset="0"/>
                <a:cs typeface="Segoe UI" panose="020B0502040204020203" pitchFamily="34" charset="0"/>
              </a:rPr>
              <a:t>mS</a:t>
            </a:r>
            <a:r>
              <a:rPr lang="en-IN">
                <a:solidFill>
                  <a:srgbClr val="C00000"/>
                </a:solidFill>
                <a:latin typeface="Tw Cen MT" panose="020B0602020104020603" pitchFamily="34" charset="0"/>
                <a:cs typeface="Segoe UI" panose="020B0502040204020203" pitchFamily="34" charset="0"/>
              </a:rPr>
              <a:t> received </a:t>
            </a:r>
            <a:endParaRPr lang="en-IN">
              <a:solidFill>
                <a:srgbClr val="C00000"/>
              </a:solidFill>
            </a:endParaRPr>
          </a:p>
        </p:txBody>
      </p:sp>
      <p:sp>
        <p:nvSpPr>
          <p:cNvPr id="6" name="Rectangle 5"/>
          <p:cNvSpPr/>
          <p:nvPr/>
        </p:nvSpPr>
        <p:spPr>
          <a:xfrm>
            <a:off x="6874117" y="1339147"/>
            <a:ext cx="4200189" cy="1015663"/>
          </a:xfrm>
          <a:prstGeom prst="rect">
            <a:avLst/>
          </a:prstGeom>
          <a:ln>
            <a:solidFill>
              <a:schemeClr val="bg1"/>
            </a:solidFill>
          </a:ln>
        </p:spPr>
        <p:txBody>
          <a:bodyPr wrap="none">
            <a:spAutoFit/>
          </a:bodyPr>
          <a:lstStyle/>
          <a:p>
            <a:r>
              <a:rPr lang="en-IN" sz="2000">
                <a:solidFill>
                  <a:srgbClr val="4285F4"/>
                </a:solidFill>
                <a:latin typeface="Tw Cen MT" panose="020B0602020104020603" pitchFamily="34" charset="0"/>
              </a:rPr>
              <a:t>Distance = (Speed x Time)/ 2</a:t>
            </a:r>
          </a:p>
          <a:p>
            <a:r>
              <a:rPr lang="en-IN" sz="2000">
                <a:solidFill>
                  <a:srgbClr val="4285F4"/>
                </a:solidFill>
                <a:latin typeface="Tw Cen MT" panose="020B0602020104020603" pitchFamily="34" charset="0"/>
              </a:rPr>
              <a:t>Distance = (0.034 cm/µs x 500 µs) / 2</a:t>
            </a:r>
          </a:p>
          <a:p>
            <a:r>
              <a:rPr lang="en-IN" sz="2000">
                <a:solidFill>
                  <a:srgbClr val="4285F4"/>
                </a:solidFill>
                <a:latin typeface="Tw Cen MT" panose="020B0602020104020603" pitchFamily="34" charset="0"/>
              </a:rPr>
              <a:t>Distance = 8.5 cm</a:t>
            </a:r>
            <a:endParaRPr lang="en-IN" sz="2000">
              <a:latin typeface="Tw Cen MT" panose="020B0602020104020603" pitchFamily="34" charset="0"/>
            </a:endParaRPr>
          </a:p>
        </p:txBody>
      </p:sp>
      <p:pic>
        <p:nvPicPr>
          <p:cNvPr id="2" name="Picture 1"/>
          <p:cNvPicPr>
            <a:picLocks noChangeAspect="1"/>
          </p:cNvPicPr>
          <p:nvPr/>
        </p:nvPicPr>
        <p:blipFill>
          <a:blip r:embed="rId4"/>
          <a:stretch>
            <a:fillRect/>
          </a:stretch>
        </p:blipFill>
        <p:spPr>
          <a:xfrm>
            <a:off x="1784749" y="1060914"/>
            <a:ext cx="2426639" cy="2001486"/>
          </a:xfrm>
          <a:prstGeom prst="rect">
            <a:avLst/>
          </a:prstGeom>
        </p:spPr>
      </p:pic>
    </p:spTree>
    <p:extLst>
      <p:ext uri="{BB962C8B-B14F-4D97-AF65-F5344CB8AC3E}">
        <p14:creationId xmlns:p14="http://schemas.microsoft.com/office/powerpoint/2010/main" val="2969851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500"/>
                                        <p:tgtEl>
                                          <p:spTgt spid="1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INTRODUCTION TO ULTRASONIC SENSOR</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7</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2" name="Picture 1"/>
          <p:cNvPicPr>
            <a:picLocks noChangeAspect="1"/>
          </p:cNvPicPr>
          <p:nvPr/>
        </p:nvPicPr>
        <p:blipFill>
          <a:blip r:embed="rId2"/>
          <a:stretch>
            <a:fillRect/>
          </a:stretch>
        </p:blipFill>
        <p:spPr>
          <a:xfrm>
            <a:off x="1602931" y="2163487"/>
            <a:ext cx="9509472" cy="3941750"/>
          </a:xfrm>
          <a:prstGeom prst="rect">
            <a:avLst/>
          </a:prstGeom>
        </p:spPr>
      </p:pic>
      <p:sp>
        <p:nvSpPr>
          <p:cNvPr id="3" name="Rectangle 2"/>
          <p:cNvSpPr/>
          <p:nvPr/>
        </p:nvSpPr>
        <p:spPr>
          <a:xfrm>
            <a:off x="4123153" y="1349671"/>
            <a:ext cx="3054234" cy="461665"/>
          </a:xfrm>
          <a:prstGeom prst="rect">
            <a:avLst/>
          </a:prstGeom>
        </p:spPr>
        <p:txBody>
          <a:bodyPr wrap="none">
            <a:spAutoFit/>
          </a:bodyPr>
          <a:lstStyle/>
          <a:p>
            <a:r>
              <a:rPr lang="en-IN" sz="2400" b="1" u="sng">
                <a:solidFill>
                  <a:srgbClr val="C00000"/>
                </a:solidFill>
                <a:latin typeface="Tw Cen MT" panose="020B0602020104020603" pitchFamily="34" charset="0"/>
                <a:cs typeface="Segoe UI" panose="020B0502040204020203" pitchFamily="34" charset="0"/>
              </a:rPr>
              <a:t>API Required – TIMER</a:t>
            </a:r>
            <a:endParaRPr lang="en-IN" sz="2400" b="1" u="sng"/>
          </a:p>
        </p:txBody>
      </p:sp>
    </p:spTree>
    <p:extLst>
      <p:ext uri="{BB962C8B-B14F-4D97-AF65-F5344CB8AC3E}">
        <p14:creationId xmlns:p14="http://schemas.microsoft.com/office/powerpoint/2010/main" val="2626413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293687" y="1059197"/>
            <a:ext cx="11592251" cy="3370153"/>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Read the distance value from HC-SR04 and print it on serial monitor</a:t>
            </a:r>
          </a:p>
          <a:p>
            <a:pPr algn="just">
              <a:lnSpc>
                <a:spcPct val="150000"/>
              </a:lnSpc>
              <a:buClr>
                <a:schemeClr val="accent5">
                  <a:lumMod val="75000"/>
                </a:schemeClr>
              </a:buClr>
            </a:pPr>
            <a:endParaRPr lang="en-IN" sz="1000">
              <a:solidFill>
                <a:schemeClr val="bg1"/>
              </a:solidFill>
              <a:latin typeface="Tw Cen MT" panose="020B0602020104020603" pitchFamily="34" charset="0"/>
              <a:cs typeface="Segoe UI" panose="020B0502040204020203" pitchFamily="34" charset="0"/>
            </a:endParaRP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program to read distance value from HC-SR04 ultrasonic sensor module in cm and print it on the serial monitor. 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 </a:t>
            </a:r>
          </a:p>
          <a:p>
            <a:pPr algn="just">
              <a:lnSpc>
                <a:spcPct val="150000"/>
              </a:lnSpc>
              <a:buClr>
                <a:schemeClr val="accent5">
                  <a:lumMod val="75000"/>
                </a:schemeClr>
              </a:buClr>
            </a:pPr>
            <a:endParaRPr lang="en-IN" sz="2600">
              <a:solidFill>
                <a:schemeClr val="bg1"/>
              </a:solidFill>
              <a:latin typeface="Tw Cen MT" panose="020B0602020104020603" pitchFamily="34" charset="0"/>
              <a:cs typeface="Segoe UI" panose="020B0502040204020203" pitchFamily="34" charset="0"/>
            </a:endParaRP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8</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1873471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TASK-1</a:t>
            </a:r>
          </a:p>
        </p:txBody>
      </p:sp>
      <p:sp>
        <p:nvSpPr>
          <p:cNvPr id="8" name="TextBox 7"/>
          <p:cNvSpPr txBox="1"/>
          <p:nvPr/>
        </p:nvSpPr>
        <p:spPr>
          <a:xfrm>
            <a:off x="4397497" y="1185378"/>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p>
        </p:txBody>
      </p:sp>
      <p:sp>
        <p:nvSpPr>
          <p:cNvPr id="10" name="Round Same Side Corner Rectangle 9"/>
          <p:cNvSpPr/>
          <p:nvPr/>
        </p:nvSpPr>
        <p:spPr>
          <a:xfrm>
            <a:off x="110227" y="-266927"/>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9</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2" name="Picture 1"/>
          <p:cNvPicPr>
            <a:picLocks noChangeAspect="1"/>
          </p:cNvPicPr>
          <p:nvPr/>
        </p:nvPicPr>
        <p:blipFill>
          <a:blip r:embed="rId2"/>
          <a:stretch>
            <a:fillRect/>
          </a:stretch>
        </p:blipFill>
        <p:spPr>
          <a:xfrm>
            <a:off x="389196" y="1709010"/>
            <a:ext cx="5669367" cy="3819619"/>
          </a:xfrm>
          <a:prstGeom prst="rect">
            <a:avLst/>
          </a:prstGeom>
        </p:spPr>
      </p:pic>
      <p:pic>
        <p:nvPicPr>
          <p:cNvPr id="4" name="Picture 3"/>
          <p:cNvPicPr>
            <a:picLocks noChangeAspect="1"/>
          </p:cNvPicPr>
          <p:nvPr/>
        </p:nvPicPr>
        <p:blipFill>
          <a:blip r:embed="rId3"/>
          <a:stretch>
            <a:fillRect/>
          </a:stretch>
        </p:blipFill>
        <p:spPr>
          <a:xfrm>
            <a:off x="6175473" y="1981311"/>
            <a:ext cx="5734393" cy="3349676"/>
          </a:xfrm>
          <a:prstGeom prst="rect">
            <a:avLst/>
          </a:prstGeom>
        </p:spPr>
      </p:pic>
    </p:spTree>
    <p:extLst>
      <p:ext uri="{BB962C8B-B14F-4D97-AF65-F5344CB8AC3E}">
        <p14:creationId xmlns:p14="http://schemas.microsoft.com/office/powerpoint/2010/main" val="1404600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293687" y="1059197"/>
            <a:ext cx="11592251" cy="4939814"/>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Reverse parking sensor module (Exercise)</a:t>
            </a:r>
          </a:p>
          <a:p>
            <a:pPr algn="just">
              <a:lnSpc>
                <a:spcPct val="150000"/>
              </a:lnSpc>
              <a:buClr>
                <a:schemeClr val="accent5">
                  <a:lumMod val="75000"/>
                </a:schemeClr>
              </a:buClr>
            </a:pPr>
            <a:r>
              <a:rPr lang="en-IN" sz="2600">
                <a:solidFill>
                  <a:schemeClr val="bg1"/>
                </a:solidFill>
                <a:latin typeface="Tw Cen MT" panose="020B0602020104020603" pitchFamily="34" charset="0"/>
                <a:cs typeface="Segoe UI" panose="020B0502040204020203" pitchFamily="34" charset="0"/>
              </a:rPr>
              <a:t>Write a program to design a reverse parking sensor module. This module consist of HC-SR04 ultrasonic sensor, LCD and buzzer interfaced with Nucleo.  The ultrasonic sensor continuously measure the distance (in cm) between the car and obstacle, then display it on the first row of the LCD. Whenever the measured distance is lesser than 30cm  generate warning signal to driver using buzzer also display a message “Obstacle !!!” on the second row of the LCD display. Implement and verify this logic on the STM32 Nucleo-64  board using </a:t>
            </a:r>
            <a:r>
              <a:rPr lang="en-IN" sz="2600" err="1">
                <a:solidFill>
                  <a:schemeClr val="bg1"/>
                </a:solidFill>
                <a:latin typeface="Tw Cen MT" panose="020B0602020104020603" pitchFamily="34" charset="0"/>
                <a:cs typeface="Segoe UI" panose="020B0502040204020203" pitchFamily="34" charset="0"/>
              </a:rPr>
              <a:t>Keil</a:t>
            </a:r>
            <a:r>
              <a:rPr lang="en-IN" sz="2600">
                <a:solidFill>
                  <a:schemeClr val="bg1"/>
                </a:solidFill>
                <a:latin typeface="Tw Cen MT" panose="020B0602020104020603" pitchFamily="34" charset="0"/>
                <a:cs typeface="Segoe UI" panose="020B0502040204020203" pitchFamily="34" charset="0"/>
              </a:rPr>
              <a:t> Studio Cloud IDE. </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10</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705447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LAB TASK-2</a:t>
            </a:r>
          </a:p>
        </p:txBody>
      </p:sp>
      <p:sp>
        <p:nvSpPr>
          <p:cNvPr id="8" name="TextBox 7"/>
          <p:cNvSpPr txBox="1"/>
          <p:nvPr/>
        </p:nvSpPr>
        <p:spPr>
          <a:xfrm>
            <a:off x="4599681" y="1183585"/>
            <a:ext cx="3570742" cy="523220"/>
          </a:xfrm>
          <a:prstGeom prst="rect">
            <a:avLst/>
          </a:prstGeom>
          <a:noFill/>
        </p:spPr>
        <p:txBody>
          <a:bodyPr wrap="square" rtlCol="0">
            <a:spAutoFit/>
          </a:bodyPr>
          <a:lstStyle/>
          <a:p>
            <a:pPr algn="ctr">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Program</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11</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pic>
        <p:nvPicPr>
          <p:cNvPr id="2" name="Picture 1"/>
          <p:cNvPicPr>
            <a:picLocks noChangeAspect="1"/>
          </p:cNvPicPr>
          <p:nvPr/>
        </p:nvPicPr>
        <p:blipFill>
          <a:blip r:embed="rId2"/>
          <a:stretch>
            <a:fillRect/>
          </a:stretch>
        </p:blipFill>
        <p:spPr>
          <a:xfrm>
            <a:off x="973931" y="1719282"/>
            <a:ext cx="5413840" cy="4225209"/>
          </a:xfrm>
          <a:prstGeom prst="rect">
            <a:avLst/>
          </a:prstGeom>
        </p:spPr>
      </p:pic>
      <p:pic>
        <p:nvPicPr>
          <p:cNvPr id="4" name="Picture 3"/>
          <p:cNvPicPr>
            <a:picLocks noChangeAspect="1"/>
          </p:cNvPicPr>
          <p:nvPr/>
        </p:nvPicPr>
        <p:blipFill>
          <a:blip r:embed="rId3"/>
          <a:stretch>
            <a:fillRect/>
          </a:stretch>
        </p:blipFill>
        <p:spPr>
          <a:xfrm>
            <a:off x="6721338" y="1719282"/>
            <a:ext cx="4714326" cy="4256097"/>
          </a:xfrm>
          <a:prstGeom prst="rect">
            <a:avLst/>
          </a:prstGeom>
        </p:spPr>
      </p:pic>
    </p:spTree>
    <p:extLst>
      <p:ext uri="{BB962C8B-B14F-4D97-AF65-F5344CB8AC3E}">
        <p14:creationId xmlns:p14="http://schemas.microsoft.com/office/powerpoint/2010/main" val="6582112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Rounded Rectangle 4"/>
          <p:cNvSpPr/>
          <p:nvPr/>
        </p:nvSpPr>
        <p:spPr>
          <a:xfrm>
            <a:off x="1199161" y="318649"/>
            <a:ext cx="9781309" cy="678872"/>
          </a:xfrm>
          <a:prstGeom prst="roundRect">
            <a:avLst/>
          </a:prstGeom>
          <a:solidFill>
            <a:schemeClr val="bg1"/>
          </a:solidFill>
          <a:ln w="28575">
            <a:solidFill>
              <a:schemeClr val="accent5"/>
            </a:solidFill>
          </a:ln>
          <a:effectLst/>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36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Century Gothic" pitchFamily="34" charset="0"/>
                <a:cs typeface="Aharoni" pitchFamily="2" charset="-79"/>
              </a:rPr>
              <a:t>CHALLENGING TASK</a:t>
            </a:r>
          </a:p>
        </p:txBody>
      </p:sp>
      <p:sp>
        <p:nvSpPr>
          <p:cNvPr id="8" name="TextBox 7"/>
          <p:cNvSpPr txBox="1"/>
          <p:nvPr/>
        </p:nvSpPr>
        <p:spPr>
          <a:xfrm>
            <a:off x="310928" y="802463"/>
            <a:ext cx="11592251" cy="5539978"/>
          </a:xfrm>
          <a:prstGeom prst="rect">
            <a:avLst/>
          </a:prstGeom>
          <a:noFill/>
        </p:spPr>
        <p:txBody>
          <a:bodyPr wrap="square" rtlCol="0">
            <a:spAutoFit/>
          </a:bodyPr>
          <a:lstStyle/>
          <a:p>
            <a:pPr algn="ctr">
              <a:lnSpc>
                <a:spcPct val="150000"/>
              </a:lnSpc>
              <a:buClr>
                <a:schemeClr val="accent5">
                  <a:lumMod val="75000"/>
                </a:schemeClr>
              </a:buClr>
            </a:pPr>
            <a:r>
              <a:rPr lang="en-IN" sz="2800" b="1">
                <a:solidFill>
                  <a:srgbClr val="C00000"/>
                </a:solidFill>
                <a:latin typeface="Tw Cen MT" panose="020B0602020104020603" pitchFamily="34" charset="0"/>
                <a:cs typeface="Segoe UI" panose="020B0502040204020203" pitchFamily="34" charset="0"/>
              </a:rPr>
              <a:t>Smart Parking system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Write a program to design smart parking system using HC-SR04 ultrasonic sensor, servo motor, buzzer, LCD and STM32 Nucleo-64  board. </a:t>
            </a:r>
          </a:p>
          <a:p>
            <a:pPr marL="342900" indent="-3429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The ultrasonic sensor module place near the gate entrance continuously check for the incoming vehicles. The LCD display “Smart Parking” on the first row and “Avail. slot: XY” in second row of the display. </a:t>
            </a:r>
          </a:p>
          <a:p>
            <a:pPr marL="342900" indent="-3429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When a vehicle comes closer to the ultrasonic sensor detection area and parking slot is available  then the system open a gate barrier to 90° (close after 10 seconds) to allow the vehicle enter into the parking slot and decrement parking slot by 1.</a:t>
            </a:r>
          </a:p>
          <a:p>
            <a:pPr marL="342900" indent="-342900" algn="just">
              <a:buClr>
                <a:schemeClr val="accent5">
                  <a:lumMod val="75000"/>
                </a:schemeClr>
              </a:buClr>
              <a:buFont typeface="Wingdings" panose="05000000000000000000" pitchFamily="2" charset="2"/>
              <a:buChar char="Ø"/>
            </a:pPr>
            <a:r>
              <a:rPr lang="en-IN" sz="2400">
                <a:solidFill>
                  <a:schemeClr val="bg1"/>
                </a:solidFill>
                <a:latin typeface="Tw Cen MT" panose="020B0602020104020603" pitchFamily="34" charset="0"/>
                <a:cs typeface="Segoe UI" panose="020B0502040204020203" pitchFamily="34" charset="0"/>
              </a:rPr>
              <a:t>If no parking slot available then display a message “No Parking slot” on LCD (2</a:t>
            </a:r>
            <a:r>
              <a:rPr lang="en-IN" sz="2400" baseline="30000">
                <a:solidFill>
                  <a:schemeClr val="bg1"/>
                </a:solidFill>
                <a:latin typeface="Tw Cen MT" panose="020B0602020104020603" pitchFamily="34" charset="0"/>
                <a:cs typeface="Segoe UI" panose="020B0502040204020203" pitchFamily="34" charset="0"/>
              </a:rPr>
              <a:t>nd</a:t>
            </a:r>
            <a:r>
              <a:rPr lang="en-IN" sz="2400">
                <a:solidFill>
                  <a:schemeClr val="bg1"/>
                </a:solidFill>
                <a:latin typeface="Tw Cen MT" panose="020B0602020104020603" pitchFamily="34" charset="0"/>
                <a:cs typeface="Segoe UI" panose="020B0502040204020203" pitchFamily="34" charset="0"/>
              </a:rPr>
              <a:t> line) and switch on the buzzer (for 5 Seconds). Have a similar system on the exit and increment the free slot by 1 for every vehicle leaves the parking slot. </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Simulate and verify this logic on Nucleo using Tinkercad circuits simulator.</a:t>
            </a:r>
          </a:p>
          <a:p>
            <a:pPr algn="just">
              <a:buClr>
                <a:schemeClr val="accent5">
                  <a:lumMod val="75000"/>
                </a:schemeClr>
              </a:buClr>
            </a:pPr>
            <a:r>
              <a:rPr lang="en-IN" sz="2400">
                <a:solidFill>
                  <a:schemeClr val="bg1"/>
                </a:solidFill>
                <a:latin typeface="Tw Cen MT" panose="020B0602020104020603" pitchFamily="34" charset="0"/>
                <a:cs typeface="Segoe UI" panose="020B0502040204020203" pitchFamily="34" charset="0"/>
              </a:rPr>
              <a:t>Note: XY is number of available slot and initially assume total available parking slot is 5.</a:t>
            </a:r>
          </a:p>
        </p:txBody>
      </p:sp>
      <p:sp>
        <p:nvSpPr>
          <p:cNvPr id="10" name="Round Same Side Corner Rectangle 9"/>
          <p:cNvSpPr/>
          <p:nvPr/>
        </p:nvSpPr>
        <p:spPr>
          <a:xfrm>
            <a:off x="140031" y="130792"/>
            <a:ext cx="11899570" cy="6457750"/>
          </a:xfrm>
          <a:prstGeom prst="round2SameRect">
            <a:avLst/>
          </a:prstGeom>
          <a:noFill/>
          <a:ln w="38100">
            <a:solidFill>
              <a:schemeClr val="bg1"/>
            </a:solidFill>
          </a:ln>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2" name="Pentagon 11"/>
          <p:cNvSpPr/>
          <p:nvPr/>
        </p:nvSpPr>
        <p:spPr>
          <a:xfrm flipH="1">
            <a:off x="11651719" y="6650218"/>
            <a:ext cx="502920" cy="182880"/>
          </a:xfrm>
          <a:prstGeom prst="homePlate">
            <a:avLst/>
          </a:prstGeom>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fld id="{AE471DC6-CC24-4344-AD7A-B802DC426001}" type="slidenum">
              <a:rPr lang="en-US" sz="1400" b="1" smtClean="0">
                <a:solidFill>
                  <a:schemeClr val="bg1"/>
                </a:solidFill>
                <a:latin typeface="Century Gothic" panose="020B0502020202020204" pitchFamily="34" charset="0"/>
              </a:rPr>
              <a:t>12</a:t>
            </a:fld>
            <a:endParaRPr lang="en-US" sz="1400" b="1">
              <a:solidFill>
                <a:schemeClr val="bg1"/>
              </a:solidFill>
              <a:latin typeface="Century Gothic" panose="020B0502020202020204" pitchFamily="34" charset="0"/>
            </a:endParaRPr>
          </a:p>
        </p:txBody>
      </p:sp>
      <p:sp>
        <p:nvSpPr>
          <p:cNvPr id="7" name="TextBox 6"/>
          <p:cNvSpPr txBox="1"/>
          <p:nvPr/>
        </p:nvSpPr>
        <p:spPr>
          <a:xfrm>
            <a:off x="4211388" y="6587769"/>
            <a:ext cx="3756851" cy="307777"/>
          </a:xfrm>
          <a:prstGeom prst="rect">
            <a:avLst/>
          </a:prstGeom>
          <a:noFill/>
        </p:spPr>
        <p:txBody>
          <a:bodyPr wrap="square" rtlCol="0">
            <a:spAutoFit/>
          </a:bodyPr>
          <a:lstStyle/>
          <a:p>
            <a:pPr algn="ctr"/>
            <a:r>
              <a:rPr lang="en-US" sz="1400" b="1">
                <a:solidFill>
                  <a:srgbClr val="663300"/>
                </a:solidFill>
                <a:latin typeface="Century Gothic" panose="020B0502020202020204" pitchFamily="34" charset="0"/>
              </a:rPr>
              <a:t>BECE403E-Embedded System Design Lab</a:t>
            </a:r>
          </a:p>
        </p:txBody>
      </p:sp>
      <p:sp>
        <p:nvSpPr>
          <p:cNvPr id="11" name="TextBox 10"/>
          <p:cNvSpPr txBox="1"/>
          <p:nvPr/>
        </p:nvSpPr>
        <p:spPr>
          <a:xfrm>
            <a:off x="46422" y="6588542"/>
            <a:ext cx="855622" cy="307777"/>
          </a:xfrm>
          <a:prstGeom prst="rect">
            <a:avLst/>
          </a:prstGeom>
          <a:noFill/>
        </p:spPr>
        <p:txBody>
          <a:bodyPr wrap="square" rtlCol="0">
            <a:spAutoFit/>
          </a:bodyPr>
          <a:lstStyle/>
          <a:p>
            <a:r>
              <a:rPr lang="en-US" sz="1400" b="1">
                <a:solidFill>
                  <a:srgbClr val="663300"/>
                </a:solidFill>
                <a:latin typeface="Century Gothic" panose="020B0502020202020204" pitchFamily="34" charset="0"/>
              </a:rPr>
              <a:t>LAB - 7</a:t>
            </a:r>
          </a:p>
        </p:txBody>
      </p:sp>
    </p:spTree>
    <p:extLst>
      <p:ext uri="{BB962C8B-B14F-4D97-AF65-F5344CB8AC3E}">
        <p14:creationId xmlns:p14="http://schemas.microsoft.com/office/powerpoint/2010/main" val="382075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xEl>
                                              <p:pRg st="1" end="1"/>
                                            </p:txEl>
                                          </p:spTgt>
                                        </p:tgtEl>
                                        <p:attrNameLst>
                                          <p:attrName>style.visibility</p:attrName>
                                        </p:attrNameLst>
                                      </p:cBhvr>
                                      <p:to>
                                        <p:strVal val="visible"/>
                                      </p:to>
                                    </p:set>
                                    <p:animEffect transition="in" filter="fade">
                                      <p:cBhvr>
                                        <p:cTn id="7" dur="500"/>
                                        <p:tgtEl>
                                          <p:spTgt spid="8">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fade">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animEffect transition="in" filter="fade">
                                      <p:cBhvr>
                                        <p:cTn id="27" dur="500"/>
                                        <p:tgtEl>
                                          <p:spTgt spid="8">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fade">
                                      <p:cBhvr>
                                        <p:cTn id="32"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cxnSp>
        <p:nvCxnSpPr>
          <p:cNvPr id="6" name="Straight Connector 5"/>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p:spPr>
        <p:style>
          <a:lnRef idx="1">
            <a:schemeClr val="accent1"/>
          </a:lnRef>
          <a:fillRef idx="0">
            <a:schemeClr val="accent1"/>
          </a:fillRef>
          <a:effectRef idx="0">
            <a:schemeClr val="accent1"/>
          </a:effectRef>
          <a:fontRef idx="minor">
            <a:schemeClr val="tx1"/>
          </a:fontRef>
        </p:style>
      </p:cxnSp>
      <p:sp>
        <p:nvSpPr>
          <p:cNvPr id="7" name="Title 1"/>
          <p:cNvSpPr>
            <a:spLocks noGrp="1"/>
          </p:cNvSpPr>
          <p:nvPr>
            <p:ph type="title"/>
          </p:nvPr>
        </p:nvSpPr>
        <p:spPr>
          <a:xfrm>
            <a:off x="2500764" y="2396840"/>
            <a:ext cx="7419095" cy="1143000"/>
          </a:xfrm>
          <a:solidFill>
            <a:srgbClr val="00B0F0"/>
          </a:solidFill>
          <a:effectLst>
            <a:glow rad="101600">
              <a:schemeClr val="accent3">
                <a:satMod val="175000"/>
                <a:alpha val="40000"/>
              </a:schemeClr>
            </a:glow>
            <a:outerShdw blurRad="40000" dist="20000" dir="5400000" rotWithShape="0">
              <a:srgbClr val="000000">
                <a:alpha val="38000"/>
              </a:srgbClr>
            </a:outerShdw>
            <a:reflection blurRad="6350" stA="50000" endA="295" endPos="92000" dist="101600" dir="5400000" sy="-100000" algn="bl" rotWithShape="0"/>
          </a:effectLst>
          <a:scene3d>
            <a:camera prst="perspectiveContrastingRightFacing"/>
            <a:lightRig rig="threePt" dir="t"/>
          </a:scene3d>
          <a:sp3d>
            <a:bevelT w="139700" h="139700" prst="divot"/>
          </a:sp3d>
        </p:spPr>
        <p:style>
          <a:lnRef idx="3">
            <a:schemeClr val="lt1"/>
          </a:lnRef>
          <a:fillRef idx="1">
            <a:schemeClr val="accent5"/>
          </a:fillRef>
          <a:effectRef idx="1">
            <a:schemeClr val="accent5"/>
          </a:effectRef>
          <a:fontRef idx="minor">
            <a:schemeClr val="lt1"/>
          </a:fontRef>
        </p:style>
        <p:txBody>
          <a:bodyPr>
            <a:normAutofit/>
          </a:bodyPr>
          <a:lstStyle/>
          <a:p>
            <a:pPr algn="ctr" eaLnBrk="1" hangingPunct="1">
              <a:defRPr/>
            </a:pPr>
            <a:r>
              <a:rPr lang="en-US" sz="6000" b="1">
                <a:solidFill>
                  <a:schemeClr val="bg1"/>
                </a:solidFill>
                <a:latin typeface="Forte" pitchFamily="66" charset="0"/>
              </a:rPr>
              <a:t>THANK   YOU</a:t>
            </a:r>
          </a:p>
        </p:txBody>
      </p:sp>
      <p:pic>
        <p:nvPicPr>
          <p:cNvPr id="13" name="Content Placeholder 4" descr="butterflybluex.gif"/>
          <p:cNvPicPr>
            <a:picLocks noGrp="1" noChangeAspect="1"/>
          </p:cNvPicPr>
          <p:nvPr>
            <p:ph idx="1"/>
          </p:nvPr>
        </p:nvPicPr>
        <p:blipFill>
          <a:blip r:embed="rId2" cstate="print"/>
          <a:stretch>
            <a:fillRect/>
          </a:stretch>
        </p:blipFill>
        <p:spPr>
          <a:xfrm>
            <a:off x="223401" y="5170340"/>
            <a:ext cx="2152650" cy="1590675"/>
          </a:xfrm>
        </p:spPr>
      </p:pic>
      <p:sp>
        <p:nvSpPr>
          <p:cNvPr id="11" name="TextBox 10"/>
          <p:cNvSpPr txBox="1">
            <a:spLocks noChangeArrowheads="1"/>
          </p:cNvSpPr>
          <p:nvPr/>
        </p:nvSpPr>
        <p:spPr bwMode="auto">
          <a:xfrm rot="-1379407">
            <a:off x="9132744" y="4466435"/>
            <a:ext cx="2632075" cy="1754326"/>
          </a:xfrm>
          <a:prstGeom prst="rect">
            <a:avLst/>
          </a:prstGeom>
          <a:noFill/>
          <a:ln w="9525">
            <a:noFill/>
            <a:miter lim="800000"/>
            <a:headEnd/>
            <a:tailEnd/>
          </a:ln>
        </p:spPr>
        <p:txBody>
          <a:bodyPr>
            <a:spAutoFit/>
          </a:bodyPr>
          <a:lstStyle/>
          <a:p>
            <a:pPr algn="ctr"/>
            <a:r>
              <a:rPr lang="en-US" sz="5400" b="1">
                <a:solidFill>
                  <a:srgbClr val="C00000"/>
                </a:solidFill>
                <a:latin typeface="Blackadder ITC" pitchFamily="82" charset="0"/>
              </a:rPr>
              <a:t>by</a:t>
            </a:r>
          </a:p>
          <a:p>
            <a:pPr algn="ctr"/>
            <a:r>
              <a:rPr lang="en-US" sz="5400" b="1">
                <a:solidFill>
                  <a:srgbClr val="C00000"/>
                </a:solidFill>
                <a:latin typeface="Blackadder ITC" pitchFamily="82" charset="0"/>
              </a:rPr>
              <a:t> prakash  v</a:t>
            </a:r>
          </a:p>
        </p:txBody>
      </p:sp>
      <p:pic>
        <p:nvPicPr>
          <p:cNvPr id="12" name="Picture 3"/>
          <p:cNvPicPr>
            <a:picLocks noChangeAspect="1" noChangeArrowheads="1"/>
          </p:cNvPicPr>
          <p:nvPr/>
        </p:nvPicPr>
        <p:blipFill>
          <a:blip r:embed="rId3" cstate="print"/>
          <a:srcRect/>
          <a:stretch>
            <a:fillRect/>
          </a:stretch>
        </p:blipFill>
        <p:spPr bwMode="auto">
          <a:xfrm>
            <a:off x="609600" y="762000"/>
            <a:ext cx="7848600" cy="276225"/>
          </a:xfrm>
          <a:prstGeom prst="rect">
            <a:avLst/>
          </a:prstGeom>
          <a:noFill/>
          <a:ln w="9525">
            <a:noFill/>
            <a:miter lim="800000"/>
            <a:headEnd/>
            <a:tailEnd/>
          </a:ln>
        </p:spPr>
      </p:pic>
    </p:spTree>
    <p:extLst>
      <p:ext uri="{BB962C8B-B14F-4D97-AF65-F5344CB8AC3E}">
        <p14:creationId xmlns:p14="http://schemas.microsoft.com/office/powerpoint/2010/main" val="2338714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3000" fill="hold"/>
                                        <p:tgtEl>
                                          <p:spTgt spid="7"/>
                                        </p:tgtEl>
                                        <p:attrNameLst>
                                          <p:attrName>ppt_w</p:attrName>
                                        </p:attrNameLst>
                                      </p:cBhvr>
                                      <p:tavLst>
                                        <p:tav tm="0">
                                          <p:val>
                                            <p:strVal val="#ppt_w*0.70"/>
                                          </p:val>
                                        </p:tav>
                                        <p:tav tm="100000">
                                          <p:val>
                                            <p:strVal val="#ppt_w"/>
                                          </p:val>
                                        </p:tav>
                                      </p:tavLst>
                                    </p:anim>
                                    <p:anim calcmode="lin" valueType="num">
                                      <p:cBhvr>
                                        <p:cTn id="8" dur="3000" fill="hold"/>
                                        <p:tgtEl>
                                          <p:spTgt spid="7"/>
                                        </p:tgtEl>
                                        <p:attrNameLst>
                                          <p:attrName>ppt_h</p:attrName>
                                        </p:attrNameLst>
                                      </p:cBhvr>
                                      <p:tavLst>
                                        <p:tav tm="0">
                                          <p:val>
                                            <p:strVal val="#ppt_h"/>
                                          </p:val>
                                        </p:tav>
                                        <p:tav tm="100000">
                                          <p:val>
                                            <p:strVal val="#ppt_h"/>
                                          </p:val>
                                        </p:tav>
                                      </p:tavLst>
                                    </p:anim>
                                    <p:animEffect transition="in" filter="fade">
                                      <p:cBhvr>
                                        <p:cTn id="9" dur="3000"/>
                                        <p:tgtEl>
                                          <p:spTgt spid="7"/>
                                        </p:tgtEl>
                                      </p:cBhvr>
                                    </p:animEffect>
                                  </p:childTnLst>
                                </p:cTn>
                              </p:par>
                            </p:childTnLst>
                          </p:cTn>
                        </p:par>
                        <p:par>
                          <p:cTn id="10" fill="hold">
                            <p:stCondLst>
                              <p:cond delay="3000"/>
                            </p:stCondLst>
                            <p:childTnLst>
                              <p:par>
                                <p:cTn id="11" presetID="27" presetClass="entr" presetSubtype="0" fill="hold" grpId="0" nodeType="afterEffect">
                                  <p:stCondLst>
                                    <p:cond delay="0"/>
                                  </p:stCondLst>
                                  <p:iterate type="lt">
                                    <p:tmPct val="50000"/>
                                  </p:iterate>
                                  <p:childTnLst>
                                    <p:set>
                                      <p:cBhvr>
                                        <p:cTn id="12" dur="1" fill="hold">
                                          <p:stCondLst>
                                            <p:cond delay="0"/>
                                          </p:stCondLst>
                                        </p:cTn>
                                        <p:tgtEl>
                                          <p:spTgt spid="11"/>
                                        </p:tgtEl>
                                        <p:attrNameLst>
                                          <p:attrName>style.visibility</p:attrName>
                                        </p:attrNameLst>
                                      </p:cBhvr>
                                      <p:to>
                                        <p:strVal val="visible"/>
                                      </p:to>
                                    </p:set>
                                    <p:anim calcmode="discrete" valueType="clr">
                                      <p:cBhvr override="childStyle">
                                        <p:cTn id="13" dur="1000"/>
                                        <p:tgtEl>
                                          <p:spTgt spid="11"/>
                                        </p:tgtEl>
                                        <p:attrNameLst>
                                          <p:attrName>style.color</p:attrName>
                                        </p:attrNameLst>
                                      </p:cBhvr>
                                      <p:tavLst>
                                        <p:tav tm="0">
                                          <p:val>
                                            <p:clrVal>
                                              <a:schemeClr val="accent2"/>
                                            </p:clrVal>
                                          </p:val>
                                        </p:tav>
                                        <p:tav tm="50000">
                                          <p:val>
                                            <p:clrVal>
                                              <a:schemeClr val="hlink"/>
                                            </p:clrVal>
                                          </p:val>
                                        </p:tav>
                                      </p:tavLst>
                                    </p:anim>
                                    <p:anim calcmode="discrete" valueType="clr">
                                      <p:cBhvr>
                                        <p:cTn id="14" dur="1000"/>
                                        <p:tgtEl>
                                          <p:spTgt spid="11"/>
                                        </p:tgtEl>
                                        <p:attrNameLst>
                                          <p:attrName>fillcolor</p:attrName>
                                        </p:attrNameLst>
                                      </p:cBhvr>
                                      <p:tavLst>
                                        <p:tav tm="0">
                                          <p:val>
                                            <p:clrVal>
                                              <a:schemeClr val="accent2"/>
                                            </p:clrVal>
                                          </p:val>
                                        </p:tav>
                                        <p:tav tm="50000">
                                          <p:val>
                                            <p:clrVal>
                                              <a:schemeClr val="hlink"/>
                                            </p:clrVal>
                                          </p:val>
                                        </p:tav>
                                      </p:tavLst>
                                    </p:anim>
                                    <p:set>
                                      <p:cBhvr>
                                        <p:cTn id="15" dur="1000"/>
                                        <p:tgtEl>
                                          <p:spTgt spid="11"/>
                                        </p:tgtEl>
                                        <p:attrNameLst>
                                          <p:attrName>fill.type</p:attrName>
                                        </p:attrNameLst>
                                      </p:cBhvr>
                                      <p:to>
                                        <p:strVal val="solid"/>
                                      </p:to>
                                    </p:set>
                                  </p:childTnLst>
                                </p:cTn>
                              </p:par>
                            </p:childTnLst>
                          </p:cTn>
                        </p:par>
                        <p:par>
                          <p:cTn id="16" fill="hold">
                            <p:stCondLst>
                              <p:cond delay="8500"/>
                            </p:stCondLst>
                            <p:childTnLst>
                              <p:par>
                                <p:cTn id="17" presetID="0" presetClass="path" presetSubtype="0" accel="50000" decel="50000" fill="hold" nodeType="afterEffect">
                                  <p:stCondLst>
                                    <p:cond delay="0"/>
                                  </p:stCondLst>
                                  <p:childTnLst>
                                    <p:animMotion origin="layout" path="M -0.06315 0.03796 C 0.07422 0.04398 0.21172 0.05046 0.2332 -0.03033 C 0.25456 -0.11111 0.05703 -0.33172 0.06563 -0.44653 C 0.075 -0.56135 0.17487 -0.68797 0.28724 -0.71968 C 0.4013 -0.75139 0.69622 -0.68241 0.74531 -0.63681 C 0.7944 -0.59121 0.61016 -0.47824 0.58307 -0.44653 " pathEditMode="relative" rAng="0" ptsTypes="aaaaaA">
                                      <p:cBhvr>
                                        <p:cTn id="18" dur="5000" fill="hold"/>
                                        <p:tgtEl>
                                          <p:spTgt spid="13"/>
                                        </p:tgtEl>
                                        <p:attrNameLst>
                                          <p:attrName>ppt_x</p:attrName>
                                          <p:attrName>ppt_y</p:attrName>
                                        </p:attrNameLst>
                                      </p:cBhvr>
                                      <p:rCtr x="42900" y="-388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quot;/&gt;&lt;property id=&quot;20307&quot; value=&quot;256&quot;/&gt;&lt;/object&gt;&lt;object type=&quot;3&quot; unique_id=&quot;10086&quot;&gt;&lt;property id=&quot;20148&quot; value=&quot;5&quot;/&gt;&lt;property id=&quot;20300&quot; value=&quot;Slide 11 - &amp;quot;THANK   YOU&amp;quot;&quot;/&gt;&lt;property id=&quot;20307&quot; value=&quot;259&quot;/&gt;&lt;/object&gt;&lt;object type=&quot;3&quot; unique_id=&quot;10213&quot;&gt;&lt;property id=&quot;20148&quot; value=&quot;5&quot;/&gt;&lt;property id=&quot;20300&quot; value=&quot;Slide 2&quot;/&gt;&lt;property id=&quot;20307&quot; value=&quot;260&quot;/&gt;&lt;/object&gt;&lt;object type=&quot;3&quot; unique_id=&quot;10451&quot;&gt;&lt;property id=&quot;20148&quot; value=&quot;5&quot;/&gt;&lt;property id=&quot;20300&quot; value=&quot;Slide 3&quot;/&gt;&lt;property id=&quot;20307&quot; value=&quot;267&quot;/&gt;&lt;/object&gt;&lt;object type=&quot;3&quot; unique_id=&quot;10717&quot;&gt;&lt;property id=&quot;20148&quot; value=&quot;5&quot;/&gt;&lt;property id=&quot;20300&quot; value=&quot;Slide 4&quot;/&gt;&lt;property id=&quot;20307&quot; value=&quot;268&quot;/&gt;&lt;/object&gt;&lt;object type=&quot;3&quot; unique_id=&quot;10718&quot;&gt;&lt;property id=&quot;20148&quot; value=&quot;5&quot;/&gt;&lt;property id=&quot;20300&quot; value=&quot;Slide 5&quot;/&gt;&lt;property id=&quot;20307&quot; value=&quot;269&quot;/&gt;&lt;/object&gt;&lt;object type=&quot;3&quot; unique_id=&quot;10719&quot;&gt;&lt;property id=&quot;20148&quot; value=&quot;5&quot;/&gt;&lt;property id=&quot;20300&quot; value=&quot;Slide 6&quot;/&gt;&lt;property id=&quot;20307&quot; value=&quot;270&quot;/&gt;&lt;/object&gt;&lt;object type=&quot;3&quot; unique_id=&quot;10788&quot;&gt;&lt;property id=&quot;20148&quot; value=&quot;5&quot;/&gt;&lt;property id=&quot;20300&quot; value=&quot;Slide 7&quot;/&gt;&lt;property id=&quot;20307&quot; value=&quot;271&quot;/&gt;&lt;/object&gt;&lt;object type=&quot;3&quot; unique_id=&quot;10819&quot;&gt;&lt;property id=&quot;20148&quot; value=&quot;5&quot;/&gt;&lt;property id=&quot;20300&quot; value=&quot;Slide 8&quot;/&gt;&lt;property id=&quot;20307&quot; value=&quot;272&quot;/&gt;&lt;/object&gt;&lt;object type=&quot;3&quot; unique_id=&quot;10875&quot;&gt;&lt;property id=&quot;20148&quot; value=&quot;5&quot;/&gt;&lt;property id=&quot;20300&quot; value=&quot;Slide 9&quot;/&gt;&lt;property id=&quot;20307&quot; value=&quot;273&quot;/&gt;&lt;/object&gt;&lt;object type=&quot;3&quot; unique_id=&quot;10912&quot;&gt;&lt;property id=&quot;20148&quot; value=&quot;5&quot;/&gt;&lt;property id=&quot;20300&quot; value=&quot;Slide 10&quot;/&gt;&lt;property id=&quot;20307&quot; value=&quot;274&quot;/&gt;&lt;/object&gt;&lt;/object&gt;&lt;/object&gt;&lt;/database&gt;"/>
  <p:tag name="SECTOMILLISECCONVERTED" val="1"/>
</p:tagLst>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C30828B62F68548B536606B169F73C7" ma:contentTypeVersion="4" ma:contentTypeDescription="Create a new document." ma:contentTypeScope="" ma:versionID="e81a1a7dd6fade02954d078aa3427748">
  <xsd:schema xmlns:xsd="http://www.w3.org/2001/XMLSchema" xmlns:xs="http://www.w3.org/2001/XMLSchema" xmlns:p="http://schemas.microsoft.com/office/2006/metadata/properties" xmlns:ns2="f8b3528e-c29d-4111-b526-c93a7a094c4f" targetNamespace="http://schemas.microsoft.com/office/2006/metadata/properties" ma:root="true" ma:fieldsID="09227fdc07b02cec8d2dcb19b26e5d97" ns2:_="">
    <xsd:import namespace="f8b3528e-c29d-4111-b526-c93a7a094c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8b3528e-c29d-4111-b526-c93a7a094c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D074D2D-8119-48DA-A1CE-F3453FA7C96A}">
  <ds:schemaRefs>
    <ds:schemaRef ds:uri="http://schemas.microsoft.com/sharepoint/v3/contenttype/forms"/>
  </ds:schemaRefs>
</ds:datastoreItem>
</file>

<file path=customXml/itemProps2.xml><?xml version="1.0" encoding="utf-8"?>
<ds:datastoreItem xmlns:ds="http://schemas.openxmlformats.org/officeDocument/2006/customXml" ds:itemID="{4BFEB6C7-3CB5-402C-BEEC-52B3FAC84561}">
  <ds:schemaRefs>
    <ds:schemaRef ds:uri="f8b3528e-c29d-4111-b526-c93a7a094c4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TC103457452[[fn=Celestial]]</Template>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 on FPGA Based Flexible Autopilot Platform for Unmanned Systems</dc:title>
  <dc:creator>Naveen Raja N</dc:creator>
  <cp:revision>1</cp:revision>
  <dcterms:created xsi:type="dcterms:W3CDTF">2013-10-21T17:01:43Z</dcterms:created>
  <dcterms:modified xsi:type="dcterms:W3CDTF">2024-09-18T05:08:55Z</dcterms:modified>
</cp:coreProperties>
</file>