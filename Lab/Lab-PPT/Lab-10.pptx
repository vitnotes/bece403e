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3"/>
  </p:sldMasterIdLst>
  <p:notesMasterIdLst>
    <p:notesMasterId r:id="rId20"/>
  </p:notesMasterIdLst>
  <p:sldIdLst>
    <p:sldId id="596" r:id="rId4"/>
    <p:sldId id="680" r:id="rId5"/>
    <p:sldId id="693" r:id="rId6"/>
    <p:sldId id="709" r:id="rId7"/>
    <p:sldId id="708" r:id="rId8"/>
    <p:sldId id="697" r:id="rId9"/>
    <p:sldId id="698" r:id="rId10"/>
    <p:sldId id="714" r:id="rId11"/>
    <p:sldId id="705" r:id="rId12"/>
    <p:sldId id="699" r:id="rId13"/>
    <p:sldId id="712" r:id="rId14"/>
    <p:sldId id="700" r:id="rId15"/>
    <p:sldId id="706" r:id="rId16"/>
    <p:sldId id="713" r:id="rId17"/>
    <p:sldId id="707" r:id="rId18"/>
    <p:sldId id="702" r:id="rId19"/>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E7F5F2"/>
    <a:srgbClr val="CC3300"/>
    <a:srgbClr val="FF9900"/>
    <a:srgbClr val="663300"/>
    <a:srgbClr val="04DA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25DB31-B6FD-86CE-DAEC-A8AD50D76316}" v="3" dt="2024-10-02T06:01:26.669"/>
    <p1510:client id="{8A59C1E9-A731-43CB-9931-631077702BA3}" v="8" dt="2024-10-02T16:32:26.240"/>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6/11/relationships/changesInfo" Target="changesInfos/changesInfo1.xml"/><Relationship Id="rId3" Type="http://schemas.openxmlformats.org/officeDocument/2006/relationships/slideMaster" Target="slideMasters/slideMaster1.xml"/><Relationship Id="rId21" Type="http://schemas.openxmlformats.org/officeDocument/2006/relationships/tags" Target="tags/tag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Krishna Srikanth" userId="S::saikrishna.srikanth2021@vitstudent.ac.in::f3a2489a-58fb-4c44-813a-0fc20d931c54" providerId="AD" clId="Web-{B5CE50FB-CF6E-E9DE-61B1-E98DFB66604B}"/>
    <pc:docChg chg="delSld modSld">
      <pc:chgData name="Sai Krishna Srikanth" userId="S::saikrishna.srikanth2021@vitstudent.ac.in::f3a2489a-58fb-4c44-813a-0fc20d931c54" providerId="AD" clId="Web-{B5CE50FB-CF6E-E9DE-61B1-E98DFB66604B}" dt="2024-09-25T09:13:21.969" v="1"/>
      <pc:docMkLst>
        <pc:docMk/>
      </pc:docMkLst>
      <pc:sldChg chg="modSp">
        <pc:chgData name="Sai Krishna Srikanth" userId="S::saikrishna.srikanth2021@vitstudent.ac.in::f3a2489a-58fb-4c44-813a-0fc20d931c54" providerId="AD" clId="Web-{B5CE50FB-CF6E-E9DE-61B1-E98DFB66604B}" dt="2024-09-25T08:14:09.179" v="0" actId="1076"/>
        <pc:sldMkLst>
          <pc:docMk/>
          <pc:sldMk cId="3967396097" sldId="699"/>
        </pc:sldMkLst>
        <pc:picChg chg="mod">
          <ac:chgData name="Sai Krishna Srikanth" userId="S::saikrishna.srikanth2021@vitstudent.ac.in::f3a2489a-58fb-4c44-813a-0fc20d931c54" providerId="AD" clId="Web-{B5CE50FB-CF6E-E9DE-61B1-E98DFB66604B}" dt="2024-09-25T08:14:09.179" v="0" actId="1076"/>
          <ac:picMkLst>
            <pc:docMk/>
            <pc:sldMk cId="3967396097" sldId="699"/>
            <ac:picMk id="18" creationId="{00000000-0000-0000-0000-000000000000}"/>
          </ac:picMkLst>
        </pc:picChg>
      </pc:sldChg>
      <pc:sldChg chg="del">
        <pc:chgData name="Sai Krishna Srikanth" userId="S::saikrishna.srikanth2021@vitstudent.ac.in::f3a2489a-58fb-4c44-813a-0fc20d931c54" providerId="AD" clId="Web-{B5CE50FB-CF6E-E9DE-61B1-E98DFB66604B}" dt="2024-09-25T09:13:21.969" v="1"/>
        <pc:sldMkLst>
          <pc:docMk/>
          <pc:sldMk cId="2183655023" sldId="710"/>
        </pc:sldMkLst>
      </pc:sldChg>
    </pc:docChg>
  </pc:docChgLst>
  <pc:docChgLst>
    <pc:chgData name="Dharshini" userId="S::dharshini.2021@vitstudent.ac.in::a9f68a23-63cc-4240-8bfe-d3510ff69fe4" providerId="AD" clId="Web-{8A59C1E9-A731-43CB-9931-631077702BA3}"/>
    <pc:docChg chg="modSld">
      <pc:chgData name="Dharshini" userId="S::dharshini.2021@vitstudent.ac.in::a9f68a23-63cc-4240-8bfe-d3510ff69fe4" providerId="AD" clId="Web-{8A59C1E9-A731-43CB-9931-631077702BA3}" dt="2024-10-02T16:32:26.240" v="7" actId="1076"/>
      <pc:docMkLst>
        <pc:docMk/>
      </pc:docMkLst>
      <pc:sldChg chg="modSp">
        <pc:chgData name="Dharshini" userId="S::dharshini.2021@vitstudent.ac.in::a9f68a23-63cc-4240-8bfe-d3510ff69fe4" providerId="AD" clId="Web-{8A59C1E9-A731-43CB-9931-631077702BA3}" dt="2024-10-02T16:32:26.240" v="7" actId="1076"/>
        <pc:sldMkLst>
          <pc:docMk/>
          <pc:sldMk cId="2118124016" sldId="706"/>
        </pc:sldMkLst>
        <pc:picChg chg="mod">
          <ac:chgData name="Dharshini" userId="S::dharshini.2021@vitstudent.ac.in::a9f68a23-63cc-4240-8bfe-d3510ff69fe4" providerId="AD" clId="Web-{8A59C1E9-A731-43CB-9931-631077702BA3}" dt="2024-10-02T16:32:26.240" v="7" actId="1076"/>
          <ac:picMkLst>
            <pc:docMk/>
            <pc:sldMk cId="2118124016" sldId="706"/>
            <ac:picMk id="2" creationId="{00000000-0000-0000-0000-000000000000}"/>
          </ac:picMkLst>
        </pc:picChg>
        <pc:picChg chg="mod">
          <ac:chgData name="Dharshini" userId="S::dharshini.2021@vitstudent.ac.in::a9f68a23-63cc-4240-8bfe-d3510ff69fe4" providerId="AD" clId="Web-{8A59C1E9-A731-43CB-9931-631077702BA3}" dt="2024-10-02T16:32:23.115" v="6" actId="1076"/>
          <ac:picMkLst>
            <pc:docMk/>
            <pc:sldMk cId="2118124016" sldId="706"/>
            <ac:picMk id="3" creationId="{00000000-0000-0000-0000-000000000000}"/>
          </ac:picMkLst>
        </pc:picChg>
      </pc:sldChg>
    </pc:docChg>
  </pc:docChgLst>
  <pc:docChgLst>
    <pc:chgData name="Mithilesh Reddy D V" userId="S::mithileshreddy.dv2021@vitstudent.ac.in::dc16feee-c9e8-4c34-bc20-1ef266bee919" providerId="AD" clId="Web-{D6EF9306-25AC-1C5B-0405-510B048E2629}"/>
    <pc:docChg chg="addSld">
      <pc:chgData name="Mithilesh Reddy D V" userId="S::mithileshreddy.dv2021@vitstudent.ac.in::dc16feee-c9e8-4c34-bc20-1ef266bee919" providerId="AD" clId="Web-{D6EF9306-25AC-1C5B-0405-510B048E2629}" dt="2024-09-30T14:58:42.817" v="0"/>
      <pc:docMkLst>
        <pc:docMk/>
      </pc:docMkLst>
      <pc:sldChg chg="new">
        <pc:chgData name="Mithilesh Reddy D V" userId="S::mithileshreddy.dv2021@vitstudent.ac.in::dc16feee-c9e8-4c34-bc20-1ef266bee919" providerId="AD" clId="Web-{D6EF9306-25AC-1C5B-0405-510B048E2629}" dt="2024-09-30T14:58:42.817" v="0"/>
        <pc:sldMkLst>
          <pc:docMk/>
          <pc:sldMk cId="2338071983" sldId="714"/>
        </pc:sldMkLst>
      </pc:sldChg>
    </pc:docChg>
  </pc:docChgLst>
  <pc:docChgLst>
    <pc:chgData name="Heshwar" userId="S::heshwar.2021@vitstudent.ac.in::668b571b-2051-47c4-8396-181c54bb79fe" providerId="AD" clId="Web-{4261A083-5457-3A3C-D36F-BCAD6FF07A32}"/>
    <pc:docChg chg="delSld modSld">
      <pc:chgData name="Heshwar" userId="S::heshwar.2021@vitstudent.ac.in::668b571b-2051-47c4-8396-181c54bb79fe" providerId="AD" clId="Web-{4261A083-5457-3A3C-D36F-BCAD6FF07A32}" dt="2024-09-25T09:13:38.374" v="9" actId="1076"/>
      <pc:docMkLst>
        <pc:docMk/>
      </pc:docMkLst>
      <pc:sldChg chg="modSp">
        <pc:chgData name="Heshwar" userId="S::heshwar.2021@vitstudent.ac.in::668b571b-2051-47c4-8396-181c54bb79fe" providerId="AD" clId="Web-{4261A083-5457-3A3C-D36F-BCAD6FF07A32}" dt="2024-09-25T09:13:38.374" v="9" actId="1076"/>
        <pc:sldMkLst>
          <pc:docMk/>
          <pc:sldMk cId="2118124016" sldId="706"/>
        </pc:sldMkLst>
        <pc:picChg chg="mod">
          <ac:chgData name="Heshwar" userId="S::heshwar.2021@vitstudent.ac.in::668b571b-2051-47c4-8396-181c54bb79fe" providerId="AD" clId="Web-{4261A083-5457-3A3C-D36F-BCAD6FF07A32}" dt="2024-09-25T09:12:30.139" v="3" actId="1076"/>
          <ac:picMkLst>
            <pc:docMk/>
            <pc:sldMk cId="2118124016" sldId="706"/>
            <ac:picMk id="3" creationId="{00000000-0000-0000-0000-000000000000}"/>
          </ac:picMkLst>
        </pc:picChg>
        <pc:picChg chg="mod modCrop">
          <ac:chgData name="Heshwar" userId="S::heshwar.2021@vitstudent.ac.in::668b571b-2051-47c4-8396-181c54bb79fe" providerId="AD" clId="Web-{4261A083-5457-3A3C-D36F-BCAD6FF07A32}" dt="2024-09-25T09:13:38.374" v="9" actId="1076"/>
          <ac:picMkLst>
            <pc:docMk/>
            <pc:sldMk cId="2118124016" sldId="706"/>
            <ac:picMk id="4" creationId="{00000000-0000-0000-0000-000000000000}"/>
          </ac:picMkLst>
        </pc:picChg>
      </pc:sldChg>
      <pc:sldChg chg="del">
        <pc:chgData name="Heshwar" userId="S::heshwar.2021@vitstudent.ac.in::668b571b-2051-47c4-8396-181c54bb79fe" providerId="AD" clId="Web-{4261A083-5457-3A3C-D36F-BCAD6FF07A32}" dt="2024-09-25T08:52:58.907" v="0"/>
        <pc:sldMkLst>
          <pc:docMk/>
          <pc:sldMk cId="1576837416" sldId="711"/>
        </pc:sldMkLst>
      </pc:sldChg>
    </pc:docChg>
  </pc:docChgLst>
  <pc:docChgLst>
    <pc:chgData name="Priyankka N R" userId="S::priyankka.nr2021@vitstudent.ac.in::9cb94087-3dd7-4c61-b534-55a4f8dfd5fc" providerId="AD" clId="Web-{7625DB31-B6FD-86CE-DAEC-A8AD50D76316}"/>
    <pc:docChg chg="modSld">
      <pc:chgData name="Priyankka N R" userId="S::priyankka.nr2021@vitstudent.ac.in::9cb94087-3dd7-4c61-b534-55a4f8dfd5fc" providerId="AD" clId="Web-{7625DB31-B6FD-86CE-DAEC-A8AD50D76316}" dt="2024-10-02T06:01:25.685" v="1" actId="14100"/>
      <pc:docMkLst>
        <pc:docMk/>
      </pc:docMkLst>
      <pc:sldChg chg="modSp">
        <pc:chgData name="Priyankka N R" userId="S::priyankka.nr2021@vitstudent.ac.in::9cb94087-3dd7-4c61-b534-55a4f8dfd5fc" providerId="AD" clId="Web-{7625DB31-B6FD-86CE-DAEC-A8AD50D76316}" dt="2024-10-02T06:01:25.685" v="1" actId="14100"/>
        <pc:sldMkLst>
          <pc:docMk/>
          <pc:sldMk cId="2562090421" sldId="698"/>
        </pc:sldMkLst>
        <pc:spChg chg="mod">
          <ac:chgData name="Priyankka N R" userId="S::priyankka.nr2021@vitstudent.ac.in::9cb94087-3dd7-4c61-b534-55a4f8dfd5fc" providerId="AD" clId="Web-{7625DB31-B6FD-86CE-DAEC-A8AD50D76316}" dt="2024-10-02T06:01:25.685" v="1" actId="14100"/>
          <ac:spMkLst>
            <pc:docMk/>
            <pc:sldMk cId="2562090421" sldId="698"/>
            <ac:spMk id="8" creationId="{00000000-0000-0000-0000-000000000000}"/>
          </ac:spMkLst>
        </pc:spChg>
      </pc:sldChg>
    </pc:docChg>
  </pc:docChgLst>
  <pc:docChgLst>
    <pc:chgData name="Heshwar" userId="S::heshwar.2021@vitstudent.ac.in::668b571b-2051-47c4-8396-181c54bb79fe" providerId="AD" clId="Web-{91589DA3-4FEE-998D-8D2A-905272CFEB86}"/>
    <pc:docChg chg="modSld">
      <pc:chgData name="Heshwar" userId="S::heshwar.2021@vitstudent.ac.in::668b571b-2051-47c4-8396-181c54bb79fe" providerId="AD" clId="Web-{91589DA3-4FEE-998D-8D2A-905272CFEB86}" dt="2024-09-25T14:56:10.375" v="5" actId="1076"/>
      <pc:docMkLst>
        <pc:docMk/>
      </pc:docMkLst>
      <pc:sldChg chg="modSp">
        <pc:chgData name="Heshwar" userId="S::heshwar.2021@vitstudent.ac.in::668b571b-2051-47c4-8396-181c54bb79fe" providerId="AD" clId="Web-{91589DA3-4FEE-998D-8D2A-905272CFEB86}" dt="2024-09-25T14:56:10.375" v="5" actId="1076"/>
        <pc:sldMkLst>
          <pc:docMk/>
          <pc:sldMk cId="2118124016" sldId="706"/>
        </pc:sldMkLst>
        <pc:picChg chg="mod">
          <ac:chgData name="Heshwar" userId="S::heshwar.2021@vitstudent.ac.in::668b571b-2051-47c4-8396-181c54bb79fe" providerId="AD" clId="Web-{91589DA3-4FEE-998D-8D2A-905272CFEB86}" dt="2024-09-25T14:56:05.922" v="1" actId="14100"/>
          <ac:picMkLst>
            <pc:docMk/>
            <pc:sldMk cId="2118124016" sldId="706"/>
            <ac:picMk id="3" creationId="{00000000-0000-0000-0000-000000000000}"/>
          </ac:picMkLst>
        </pc:picChg>
        <pc:picChg chg="mod">
          <ac:chgData name="Heshwar" userId="S::heshwar.2021@vitstudent.ac.in::668b571b-2051-47c4-8396-181c54bb79fe" providerId="AD" clId="Web-{91589DA3-4FEE-998D-8D2A-905272CFEB86}" dt="2024-09-25T14:56:10.375" v="5" actId="1076"/>
          <ac:picMkLst>
            <pc:docMk/>
            <pc:sldMk cId="2118124016" sldId="706"/>
            <ac:picMk id="4" creationId="{00000000-0000-0000-0000-000000000000}"/>
          </ac:picMkLst>
        </pc:picChg>
      </pc:sldChg>
    </pc:docChg>
  </pc:docChgLst>
  <pc:docChgLst>
    <pc:chgData name="Yogesh P" userId="S::yogesh.p2021@vitstudent.ac.in::0d9b065a-fb10-4f5f-9e48-a8a80696baf1" providerId="AD" clId="Web-{4C788D95-9594-F456-E5B3-36B1B6C0CC1E}"/>
    <pc:docChg chg="modSld">
      <pc:chgData name="Yogesh P" userId="S::yogesh.p2021@vitstudent.ac.in::0d9b065a-fb10-4f5f-9e48-a8a80696baf1" providerId="AD" clId="Web-{4C788D95-9594-F456-E5B3-36B1B6C0CC1E}" dt="2024-09-26T04:53:38.291" v="1" actId="1076"/>
      <pc:docMkLst>
        <pc:docMk/>
      </pc:docMkLst>
      <pc:sldChg chg="modSp">
        <pc:chgData name="Yogesh P" userId="S::yogesh.p2021@vitstudent.ac.in::0d9b065a-fb10-4f5f-9e48-a8a80696baf1" providerId="AD" clId="Web-{4C788D95-9594-F456-E5B3-36B1B6C0CC1E}" dt="2024-09-26T04:53:38.291" v="1" actId="1076"/>
        <pc:sldMkLst>
          <pc:docMk/>
          <pc:sldMk cId="2118124016" sldId="706"/>
        </pc:sldMkLst>
        <pc:picChg chg="mod">
          <ac:chgData name="Yogesh P" userId="S::yogesh.p2021@vitstudent.ac.in::0d9b065a-fb10-4f5f-9e48-a8a80696baf1" providerId="AD" clId="Web-{4C788D95-9594-F456-E5B3-36B1B6C0CC1E}" dt="2024-09-26T04:53:38.291" v="1" actId="1076"/>
          <ac:picMkLst>
            <pc:docMk/>
            <pc:sldMk cId="2118124016" sldId="706"/>
            <ac:picMk id="4" creationId="{00000000-0000-0000-0000-000000000000}"/>
          </ac:picMkLst>
        </pc:picChg>
      </pc:sldChg>
    </pc:docChg>
  </pc:docChgLst>
  <pc:docChgLst>
    <pc:chgData name="Manoj kumar Rajagopal" userId="bd51e952637bcf16" providerId="LiveId" clId="{3C091903-DAD3-477A-BA28-DD0B903AFCC0}"/>
    <pc:docChg chg="custSel addSld delSld modSld delMainMaster">
      <pc:chgData name="Manoj kumar Rajagopal" userId="bd51e952637bcf16" providerId="LiveId" clId="{3C091903-DAD3-477A-BA28-DD0B903AFCC0}" dt="2024-03-26T09:19:58.352" v="156"/>
      <pc:docMkLst>
        <pc:docMk/>
      </pc:docMkLst>
      <pc:sldChg chg="del">
        <pc:chgData name="Manoj kumar Rajagopal" userId="bd51e952637bcf16" providerId="LiveId" clId="{3C091903-DAD3-477A-BA28-DD0B903AFCC0}" dt="2024-03-26T08:53:58.100" v="0" actId="47"/>
        <pc:sldMkLst>
          <pc:docMk/>
          <pc:sldMk cId="1400713325" sldId="297"/>
        </pc:sldMkLst>
      </pc:sldChg>
      <pc:sldChg chg="del">
        <pc:chgData name="Manoj kumar Rajagopal" userId="bd51e952637bcf16" providerId="LiveId" clId="{3C091903-DAD3-477A-BA28-DD0B903AFCC0}" dt="2024-03-26T08:53:58.100" v="0" actId="47"/>
        <pc:sldMkLst>
          <pc:docMk/>
          <pc:sldMk cId="2474667270" sldId="452"/>
        </pc:sldMkLst>
      </pc:sldChg>
      <pc:sldChg chg="del">
        <pc:chgData name="Manoj kumar Rajagopal" userId="bd51e952637bcf16" providerId="LiveId" clId="{3C091903-DAD3-477A-BA28-DD0B903AFCC0}" dt="2024-03-26T08:53:58.100" v="0" actId="47"/>
        <pc:sldMkLst>
          <pc:docMk/>
          <pc:sldMk cId="2186163372" sldId="469"/>
        </pc:sldMkLst>
      </pc:sldChg>
      <pc:sldChg chg="del">
        <pc:chgData name="Manoj kumar Rajagopal" userId="bd51e952637bcf16" providerId="LiveId" clId="{3C091903-DAD3-477A-BA28-DD0B903AFCC0}" dt="2024-03-26T08:53:58.100" v="0" actId="47"/>
        <pc:sldMkLst>
          <pc:docMk/>
          <pc:sldMk cId="1961738008" sldId="579"/>
        </pc:sldMkLst>
      </pc:sldChg>
      <pc:sldChg chg="del">
        <pc:chgData name="Manoj kumar Rajagopal" userId="bd51e952637bcf16" providerId="LiveId" clId="{3C091903-DAD3-477A-BA28-DD0B903AFCC0}" dt="2024-03-26T08:53:58.100" v="0" actId="47"/>
        <pc:sldMkLst>
          <pc:docMk/>
          <pc:sldMk cId="336390075" sldId="580"/>
        </pc:sldMkLst>
      </pc:sldChg>
      <pc:sldChg chg="del">
        <pc:chgData name="Manoj kumar Rajagopal" userId="bd51e952637bcf16" providerId="LiveId" clId="{3C091903-DAD3-477A-BA28-DD0B903AFCC0}" dt="2024-03-26T08:53:58.100" v="0" actId="47"/>
        <pc:sldMkLst>
          <pc:docMk/>
          <pc:sldMk cId="1673626586" sldId="581"/>
        </pc:sldMkLst>
      </pc:sldChg>
      <pc:sldChg chg="del">
        <pc:chgData name="Manoj kumar Rajagopal" userId="bd51e952637bcf16" providerId="LiveId" clId="{3C091903-DAD3-477A-BA28-DD0B903AFCC0}" dt="2024-03-26T08:53:58.100" v="0" actId="47"/>
        <pc:sldMkLst>
          <pc:docMk/>
          <pc:sldMk cId="1475840091" sldId="582"/>
        </pc:sldMkLst>
      </pc:sldChg>
      <pc:sldChg chg="del">
        <pc:chgData name="Manoj kumar Rajagopal" userId="bd51e952637bcf16" providerId="LiveId" clId="{3C091903-DAD3-477A-BA28-DD0B903AFCC0}" dt="2024-03-26T08:53:58.100" v="0" actId="47"/>
        <pc:sldMkLst>
          <pc:docMk/>
          <pc:sldMk cId="3094641409" sldId="583"/>
        </pc:sldMkLst>
      </pc:sldChg>
      <pc:sldChg chg="del">
        <pc:chgData name="Manoj kumar Rajagopal" userId="bd51e952637bcf16" providerId="LiveId" clId="{3C091903-DAD3-477A-BA28-DD0B903AFCC0}" dt="2024-03-26T08:53:58.100" v="0" actId="47"/>
        <pc:sldMkLst>
          <pc:docMk/>
          <pc:sldMk cId="1013836276" sldId="584"/>
        </pc:sldMkLst>
      </pc:sldChg>
      <pc:sldChg chg="del">
        <pc:chgData name="Manoj kumar Rajagopal" userId="bd51e952637bcf16" providerId="LiveId" clId="{3C091903-DAD3-477A-BA28-DD0B903AFCC0}" dt="2024-03-26T08:53:58.100" v="0" actId="47"/>
        <pc:sldMkLst>
          <pc:docMk/>
          <pc:sldMk cId="608063771" sldId="585"/>
        </pc:sldMkLst>
      </pc:sldChg>
      <pc:sldChg chg="del">
        <pc:chgData name="Manoj kumar Rajagopal" userId="bd51e952637bcf16" providerId="LiveId" clId="{3C091903-DAD3-477A-BA28-DD0B903AFCC0}" dt="2024-03-26T08:53:58.100" v="0" actId="47"/>
        <pc:sldMkLst>
          <pc:docMk/>
          <pc:sldMk cId="2399409302" sldId="586"/>
        </pc:sldMkLst>
      </pc:sldChg>
      <pc:sldChg chg="del">
        <pc:chgData name="Manoj kumar Rajagopal" userId="bd51e952637bcf16" providerId="LiveId" clId="{3C091903-DAD3-477A-BA28-DD0B903AFCC0}" dt="2024-03-26T08:53:58.100" v="0" actId="47"/>
        <pc:sldMkLst>
          <pc:docMk/>
          <pc:sldMk cId="3515595897" sldId="587"/>
        </pc:sldMkLst>
      </pc:sldChg>
      <pc:sldChg chg="del">
        <pc:chgData name="Manoj kumar Rajagopal" userId="bd51e952637bcf16" providerId="LiveId" clId="{3C091903-DAD3-477A-BA28-DD0B903AFCC0}" dt="2024-03-26T08:53:58.100" v="0" actId="47"/>
        <pc:sldMkLst>
          <pc:docMk/>
          <pc:sldMk cId="3925700084" sldId="588"/>
        </pc:sldMkLst>
      </pc:sldChg>
      <pc:sldChg chg="del">
        <pc:chgData name="Manoj kumar Rajagopal" userId="bd51e952637bcf16" providerId="LiveId" clId="{3C091903-DAD3-477A-BA28-DD0B903AFCC0}" dt="2024-03-26T08:53:58.100" v="0" actId="47"/>
        <pc:sldMkLst>
          <pc:docMk/>
          <pc:sldMk cId="2285287332" sldId="589"/>
        </pc:sldMkLst>
      </pc:sldChg>
      <pc:sldChg chg="del">
        <pc:chgData name="Manoj kumar Rajagopal" userId="bd51e952637bcf16" providerId="LiveId" clId="{3C091903-DAD3-477A-BA28-DD0B903AFCC0}" dt="2024-03-26T08:53:58.100" v="0" actId="47"/>
        <pc:sldMkLst>
          <pc:docMk/>
          <pc:sldMk cId="2524797203" sldId="591"/>
        </pc:sldMkLst>
      </pc:sldChg>
      <pc:sldChg chg="del">
        <pc:chgData name="Manoj kumar Rajagopal" userId="bd51e952637bcf16" providerId="LiveId" clId="{3C091903-DAD3-477A-BA28-DD0B903AFCC0}" dt="2024-03-26T08:53:58.100" v="0" actId="47"/>
        <pc:sldMkLst>
          <pc:docMk/>
          <pc:sldMk cId="3125861705" sldId="592"/>
        </pc:sldMkLst>
      </pc:sldChg>
      <pc:sldChg chg="del">
        <pc:chgData name="Manoj kumar Rajagopal" userId="bd51e952637bcf16" providerId="LiveId" clId="{3C091903-DAD3-477A-BA28-DD0B903AFCC0}" dt="2024-03-26T08:53:58.100" v="0" actId="47"/>
        <pc:sldMkLst>
          <pc:docMk/>
          <pc:sldMk cId="2742633799" sldId="593"/>
        </pc:sldMkLst>
      </pc:sldChg>
      <pc:sldChg chg="del">
        <pc:chgData name="Manoj kumar Rajagopal" userId="bd51e952637bcf16" providerId="LiveId" clId="{3C091903-DAD3-477A-BA28-DD0B903AFCC0}" dt="2024-03-26T08:53:58.100" v="0" actId="47"/>
        <pc:sldMkLst>
          <pc:docMk/>
          <pc:sldMk cId="895474417" sldId="594"/>
        </pc:sldMkLst>
      </pc:sldChg>
      <pc:sldChg chg="del">
        <pc:chgData name="Manoj kumar Rajagopal" userId="bd51e952637bcf16" providerId="LiveId" clId="{3C091903-DAD3-477A-BA28-DD0B903AFCC0}" dt="2024-03-26T08:53:58.100" v="0" actId="47"/>
        <pc:sldMkLst>
          <pc:docMk/>
          <pc:sldMk cId="3586335552" sldId="595"/>
        </pc:sldMkLst>
      </pc:sldChg>
      <pc:sldChg chg="addSp delSp modSp mod">
        <pc:chgData name="Manoj kumar Rajagopal" userId="bd51e952637bcf16" providerId="LiveId" clId="{3C091903-DAD3-477A-BA28-DD0B903AFCC0}" dt="2024-03-26T08:58:34.222" v="79" actId="6549"/>
        <pc:sldMkLst>
          <pc:docMk/>
          <pc:sldMk cId="1682107625" sldId="596"/>
        </pc:sldMkLst>
        <pc:spChg chg="add mod">
          <ac:chgData name="Manoj kumar Rajagopal" userId="bd51e952637bcf16" providerId="LiveId" clId="{3C091903-DAD3-477A-BA28-DD0B903AFCC0}" dt="2024-03-26T08:58:34.222" v="79" actId="6549"/>
          <ac:spMkLst>
            <pc:docMk/>
            <pc:sldMk cId="1682107625" sldId="596"/>
            <ac:spMk id="5" creationId="{B3E39B4A-2291-34B6-00D7-34DF6FA69670}"/>
          </ac:spMkLst>
        </pc:spChg>
        <pc:spChg chg="add mod">
          <ac:chgData name="Manoj kumar Rajagopal" userId="bd51e952637bcf16" providerId="LiveId" clId="{3C091903-DAD3-477A-BA28-DD0B903AFCC0}" dt="2024-03-26T08:58:20.181" v="63"/>
          <ac:spMkLst>
            <pc:docMk/>
            <pc:sldMk cId="1682107625" sldId="596"/>
            <ac:spMk id="8" creationId="{1DBB2620-27EA-71EE-96B7-CE34699AE967}"/>
          </ac:spMkLst>
        </pc:spChg>
        <pc:spChg chg="del">
          <ac:chgData name="Manoj kumar Rajagopal" userId="bd51e952637bcf16" providerId="LiveId" clId="{3C091903-DAD3-477A-BA28-DD0B903AFCC0}" dt="2024-03-26T08:57:58.778" v="60" actId="478"/>
          <ac:spMkLst>
            <pc:docMk/>
            <pc:sldMk cId="1682107625" sldId="596"/>
            <ac:spMk id="13" creationId="{00000000-0000-0000-0000-000000000000}"/>
          </ac:spMkLst>
        </pc:spChg>
        <pc:graphicFrameChg chg="add mod">
          <ac:chgData name="Manoj kumar Rajagopal" userId="bd51e952637bcf16" providerId="LiveId" clId="{3C091903-DAD3-477A-BA28-DD0B903AFCC0}" dt="2024-03-26T08:58:02.477" v="62"/>
          <ac:graphicFrameMkLst>
            <pc:docMk/>
            <pc:sldMk cId="1682107625" sldId="596"/>
            <ac:graphicFrameMk id="3" creationId="{6F5E65E7-A84C-0549-282A-9655219DB976}"/>
          </ac:graphicFrameMkLst>
        </pc:graphicFrameChg>
        <pc:graphicFrameChg chg="add mod">
          <ac:chgData name="Manoj kumar Rajagopal" userId="bd51e952637bcf16" providerId="LiveId" clId="{3C091903-DAD3-477A-BA28-DD0B903AFCC0}" dt="2024-03-26T08:58:02.477" v="62"/>
          <ac:graphicFrameMkLst>
            <pc:docMk/>
            <pc:sldMk cId="1682107625" sldId="596"/>
            <ac:graphicFrameMk id="4" creationId="{22A99DD8-FC1F-ECCC-9334-273EEA9E2A5E}"/>
          </ac:graphicFrameMkLst>
        </pc:graphicFrameChg>
      </pc:sldChg>
      <pc:sldChg chg="del">
        <pc:chgData name="Manoj kumar Rajagopal" userId="bd51e952637bcf16" providerId="LiveId" clId="{3C091903-DAD3-477A-BA28-DD0B903AFCC0}" dt="2024-03-26T08:53:58.100" v="0" actId="47"/>
        <pc:sldMkLst>
          <pc:docMk/>
          <pc:sldMk cId="2522873273" sldId="597"/>
        </pc:sldMkLst>
      </pc:sldChg>
      <pc:sldChg chg="del">
        <pc:chgData name="Manoj kumar Rajagopal" userId="bd51e952637bcf16" providerId="LiveId" clId="{3C091903-DAD3-477A-BA28-DD0B903AFCC0}" dt="2024-03-26T08:53:58.100" v="0" actId="47"/>
        <pc:sldMkLst>
          <pc:docMk/>
          <pc:sldMk cId="526981730" sldId="598"/>
        </pc:sldMkLst>
      </pc:sldChg>
      <pc:sldChg chg="del">
        <pc:chgData name="Manoj kumar Rajagopal" userId="bd51e952637bcf16" providerId="LiveId" clId="{3C091903-DAD3-477A-BA28-DD0B903AFCC0}" dt="2024-03-26T08:53:58.100" v="0" actId="47"/>
        <pc:sldMkLst>
          <pc:docMk/>
          <pc:sldMk cId="1027473923" sldId="600"/>
        </pc:sldMkLst>
      </pc:sldChg>
      <pc:sldChg chg="del">
        <pc:chgData name="Manoj kumar Rajagopal" userId="bd51e952637bcf16" providerId="LiveId" clId="{3C091903-DAD3-477A-BA28-DD0B903AFCC0}" dt="2024-03-26T08:53:58.100" v="0" actId="47"/>
        <pc:sldMkLst>
          <pc:docMk/>
          <pc:sldMk cId="547383280" sldId="602"/>
        </pc:sldMkLst>
      </pc:sldChg>
      <pc:sldChg chg="del">
        <pc:chgData name="Manoj kumar Rajagopal" userId="bd51e952637bcf16" providerId="LiveId" clId="{3C091903-DAD3-477A-BA28-DD0B903AFCC0}" dt="2024-03-26T08:53:58.100" v="0" actId="47"/>
        <pc:sldMkLst>
          <pc:docMk/>
          <pc:sldMk cId="4282481610" sldId="603"/>
        </pc:sldMkLst>
      </pc:sldChg>
      <pc:sldChg chg="del">
        <pc:chgData name="Manoj kumar Rajagopal" userId="bd51e952637bcf16" providerId="LiveId" clId="{3C091903-DAD3-477A-BA28-DD0B903AFCC0}" dt="2024-03-26T08:53:58.100" v="0" actId="47"/>
        <pc:sldMkLst>
          <pc:docMk/>
          <pc:sldMk cId="791711614" sldId="604"/>
        </pc:sldMkLst>
      </pc:sldChg>
      <pc:sldChg chg="del">
        <pc:chgData name="Manoj kumar Rajagopal" userId="bd51e952637bcf16" providerId="LiveId" clId="{3C091903-DAD3-477A-BA28-DD0B903AFCC0}" dt="2024-03-26T08:53:58.100" v="0" actId="47"/>
        <pc:sldMkLst>
          <pc:docMk/>
          <pc:sldMk cId="2317055379" sldId="605"/>
        </pc:sldMkLst>
      </pc:sldChg>
      <pc:sldChg chg="del">
        <pc:chgData name="Manoj kumar Rajagopal" userId="bd51e952637bcf16" providerId="LiveId" clId="{3C091903-DAD3-477A-BA28-DD0B903AFCC0}" dt="2024-03-26T08:53:58.100" v="0" actId="47"/>
        <pc:sldMkLst>
          <pc:docMk/>
          <pc:sldMk cId="1958954268" sldId="606"/>
        </pc:sldMkLst>
      </pc:sldChg>
      <pc:sldChg chg="del">
        <pc:chgData name="Manoj kumar Rajagopal" userId="bd51e952637bcf16" providerId="LiveId" clId="{3C091903-DAD3-477A-BA28-DD0B903AFCC0}" dt="2024-03-26T08:53:58.100" v="0" actId="47"/>
        <pc:sldMkLst>
          <pc:docMk/>
          <pc:sldMk cId="978369973" sldId="607"/>
        </pc:sldMkLst>
      </pc:sldChg>
      <pc:sldChg chg="del">
        <pc:chgData name="Manoj kumar Rajagopal" userId="bd51e952637bcf16" providerId="LiveId" clId="{3C091903-DAD3-477A-BA28-DD0B903AFCC0}" dt="2024-03-26T08:53:58.100" v="0" actId="47"/>
        <pc:sldMkLst>
          <pc:docMk/>
          <pc:sldMk cId="2281456747" sldId="608"/>
        </pc:sldMkLst>
      </pc:sldChg>
      <pc:sldChg chg="del">
        <pc:chgData name="Manoj kumar Rajagopal" userId="bd51e952637bcf16" providerId="LiveId" clId="{3C091903-DAD3-477A-BA28-DD0B903AFCC0}" dt="2024-03-26T08:53:58.100" v="0" actId="47"/>
        <pc:sldMkLst>
          <pc:docMk/>
          <pc:sldMk cId="1605852485" sldId="609"/>
        </pc:sldMkLst>
      </pc:sldChg>
      <pc:sldChg chg="del">
        <pc:chgData name="Manoj kumar Rajagopal" userId="bd51e952637bcf16" providerId="LiveId" clId="{3C091903-DAD3-477A-BA28-DD0B903AFCC0}" dt="2024-03-26T08:53:58.100" v="0" actId="47"/>
        <pc:sldMkLst>
          <pc:docMk/>
          <pc:sldMk cId="2482015851" sldId="610"/>
        </pc:sldMkLst>
      </pc:sldChg>
      <pc:sldChg chg="del">
        <pc:chgData name="Manoj kumar Rajagopal" userId="bd51e952637bcf16" providerId="LiveId" clId="{3C091903-DAD3-477A-BA28-DD0B903AFCC0}" dt="2024-03-26T08:53:58.100" v="0" actId="47"/>
        <pc:sldMkLst>
          <pc:docMk/>
          <pc:sldMk cId="2746262482" sldId="611"/>
        </pc:sldMkLst>
      </pc:sldChg>
      <pc:sldChg chg="del">
        <pc:chgData name="Manoj kumar Rajagopal" userId="bd51e952637bcf16" providerId="LiveId" clId="{3C091903-DAD3-477A-BA28-DD0B903AFCC0}" dt="2024-03-26T08:53:58.100" v="0" actId="47"/>
        <pc:sldMkLst>
          <pc:docMk/>
          <pc:sldMk cId="767436680" sldId="612"/>
        </pc:sldMkLst>
      </pc:sldChg>
      <pc:sldChg chg="del">
        <pc:chgData name="Manoj kumar Rajagopal" userId="bd51e952637bcf16" providerId="LiveId" clId="{3C091903-DAD3-477A-BA28-DD0B903AFCC0}" dt="2024-03-26T08:53:58.100" v="0" actId="47"/>
        <pc:sldMkLst>
          <pc:docMk/>
          <pc:sldMk cId="2475535420" sldId="614"/>
        </pc:sldMkLst>
      </pc:sldChg>
      <pc:sldChg chg="del">
        <pc:chgData name="Manoj kumar Rajagopal" userId="bd51e952637bcf16" providerId="LiveId" clId="{3C091903-DAD3-477A-BA28-DD0B903AFCC0}" dt="2024-03-26T08:53:58.100" v="0" actId="47"/>
        <pc:sldMkLst>
          <pc:docMk/>
          <pc:sldMk cId="820859356" sldId="615"/>
        </pc:sldMkLst>
      </pc:sldChg>
      <pc:sldChg chg="del">
        <pc:chgData name="Manoj kumar Rajagopal" userId="bd51e952637bcf16" providerId="LiveId" clId="{3C091903-DAD3-477A-BA28-DD0B903AFCC0}" dt="2024-03-26T08:53:58.100" v="0" actId="47"/>
        <pc:sldMkLst>
          <pc:docMk/>
          <pc:sldMk cId="1297478157" sldId="616"/>
        </pc:sldMkLst>
      </pc:sldChg>
      <pc:sldChg chg="del">
        <pc:chgData name="Manoj kumar Rajagopal" userId="bd51e952637bcf16" providerId="LiveId" clId="{3C091903-DAD3-477A-BA28-DD0B903AFCC0}" dt="2024-03-26T08:53:58.100" v="0" actId="47"/>
        <pc:sldMkLst>
          <pc:docMk/>
          <pc:sldMk cId="387230083" sldId="617"/>
        </pc:sldMkLst>
      </pc:sldChg>
      <pc:sldChg chg="del">
        <pc:chgData name="Manoj kumar Rajagopal" userId="bd51e952637bcf16" providerId="LiveId" clId="{3C091903-DAD3-477A-BA28-DD0B903AFCC0}" dt="2024-03-26T08:53:58.100" v="0" actId="47"/>
        <pc:sldMkLst>
          <pc:docMk/>
          <pc:sldMk cId="2619385541" sldId="618"/>
        </pc:sldMkLst>
      </pc:sldChg>
      <pc:sldChg chg="del">
        <pc:chgData name="Manoj kumar Rajagopal" userId="bd51e952637bcf16" providerId="LiveId" clId="{3C091903-DAD3-477A-BA28-DD0B903AFCC0}" dt="2024-03-26T08:53:58.100" v="0" actId="47"/>
        <pc:sldMkLst>
          <pc:docMk/>
          <pc:sldMk cId="2434332472" sldId="621"/>
        </pc:sldMkLst>
      </pc:sldChg>
      <pc:sldChg chg="del">
        <pc:chgData name="Manoj kumar Rajagopal" userId="bd51e952637bcf16" providerId="LiveId" clId="{3C091903-DAD3-477A-BA28-DD0B903AFCC0}" dt="2024-03-26T08:53:58.100" v="0" actId="47"/>
        <pc:sldMkLst>
          <pc:docMk/>
          <pc:sldMk cId="2872961794" sldId="623"/>
        </pc:sldMkLst>
      </pc:sldChg>
      <pc:sldChg chg="del">
        <pc:chgData name="Manoj kumar Rajagopal" userId="bd51e952637bcf16" providerId="LiveId" clId="{3C091903-DAD3-477A-BA28-DD0B903AFCC0}" dt="2024-03-26T08:53:58.100" v="0" actId="47"/>
        <pc:sldMkLst>
          <pc:docMk/>
          <pc:sldMk cId="3652243033" sldId="624"/>
        </pc:sldMkLst>
      </pc:sldChg>
      <pc:sldChg chg="del">
        <pc:chgData name="Manoj kumar Rajagopal" userId="bd51e952637bcf16" providerId="LiveId" clId="{3C091903-DAD3-477A-BA28-DD0B903AFCC0}" dt="2024-03-26T08:53:58.100" v="0" actId="47"/>
        <pc:sldMkLst>
          <pc:docMk/>
          <pc:sldMk cId="3865617308" sldId="626"/>
        </pc:sldMkLst>
      </pc:sldChg>
      <pc:sldChg chg="del">
        <pc:chgData name="Manoj kumar Rajagopal" userId="bd51e952637bcf16" providerId="LiveId" clId="{3C091903-DAD3-477A-BA28-DD0B903AFCC0}" dt="2024-03-26T08:53:58.100" v="0" actId="47"/>
        <pc:sldMkLst>
          <pc:docMk/>
          <pc:sldMk cId="3964357970" sldId="627"/>
        </pc:sldMkLst>
      </pc:sldChg>
      <pc:sldChg chg="del">
        <pc:chgData name="Manoj kumar Rajagopal" userId="bd51e952637bcf16" providerId="LiveId" clId="{3C091903-DAD3-477A-BA28-DD0B903AFCC0}" dt="2024-03-26T08:53:58.100" v="0" actId="47"/>
        <pc:sldMkLst>
          <pc:docMk/>
          <pc:sldMk cId="3136510" sldId="628"/>
        </pc:sldMkLst>
      </pc:sldChg>
      <pc:sldChg chg="del">
        <pc:chgData name="Manoj kumar Rajagopal" userId="bd51e952637bcf16" providerId="LiveId" clId="{3C091903-DAD3-477A-BA28-DD0B903AFCC0}" dt="2024-03-26T08:53:58.100" v="0" actId="47"/>
        <pc:sldMkLst>
          <pc:docMk/>
          <pc:sldMk cId="4095623168" sldId="629"/>
        </pc:sldMkLst>
      </pc:sldChg>
      <pc:sldChg chg="del">
        <pc:chgData name="Manoj kumar Rajagopal" userId="bd51e952637bcf16" providerId="LiveId" clId="{3C091903-DAD3-477A-BA28-DD0B903AFCC0}" dt="2024-03-26T08:53:58.100" v="0" actId="47"/>
        <pc:sldMkLst>
          <pc:docMk/>
          <pc:sldMk cId="978210046" sldId="630"/>
        </pc:sldMkLst>
      </pc:sldChg>
      <pc:sldChg chg="del">
        <pc:chgData name="Manoj kumar Rajagopal" userId="bd51e952637bcf16" providerId="LiveId" clId="{3C091903-DAD3-477A-BA28-DD0B903AFCC0}" dt="2024-03-26T08:53:58.100" v="0" actId="47"/>
        <pc:sldMkLst>
          <pc:docMk/>
          <pc:sldMk cId="1936438452" sldId="631"/>
        </pc:sldMkLst>
      </pc:sldChg>
      <pc:sldChg chg="del">
        <pc:chgData name="Manoj kumar Rajagopal" userId="bd51e952637bcf16" providerId="LiveId" clId="{3C091903-DAD3-477A-BA28-DD0B903AFCC0}" dt="2024-03-26T08:53:58.100" v="0" actId="47"/>
        <pc:sldMkLst>
          <pc:docMk/>
          <pc:sldMk cId="80566209" sldId="633"/>
        </pc:sldMkLst>
      </pc:sldChg>
      <pc:sldChg chg="del">
        <pc:chgData name="Manoj kumar Rajagopal" userId="bd51e952637bcf16" providerId="LiveId" clId="{3C091903-DAD3-477A-BA28-DD0B903AFCC0}" dt="2024-03-26T08:53:58.100" v="0" actId="47"/>
        <pc:sldMkLst>
          <pc:docMk/>
          <pc:sldMk cId="1232980689" sldId="634"/>
        </pc:sldMkLst>
      </pc:sldChg>
      <pc:sldChg chg="del">
        <pc:chgData name="Manoj kumar Rajagopal" userId="bd51e952637bcf16" providerId="LiveId" clId="{3C091903-DAD3-477A-BA28-DD0B903AFCC0}" dt="2024-03-26T08:53:58.100" v="0" actId="47"/>
        <pc:sldMkLst>
          <pc:docMk/>
          <pc:sldMk cId="2297001941" sldId="635"/>
        </pc:sldMkLst>
      </pc:sldChg>
      <pc:sldChg chg="del">
        <pc:chgData name="Manoj kumar Rajagopal" userId="bd51e952637bcf16" providerId="LiveId" clId="{3C091903-DAD3-477A-BA28-DD0B903AFCC0}" dt="2024-03-26T08:53:58.100" v="0" actId="47"/>
        <pc:sldMkLst>
          <pc:docMk/>
          <pc:sldMk cId="113992690" sldId="636"/>
        </pc:sldMkLst>
      </pc:sldChg>
      <pc:sldChg chg="del">
        <pc:chgData name="Manoj kumar Rajagopal" userId="bd51e952637bcf16" providerId="LiveId" clId="{3C091903-DAD3-477A-BA28-DD0B903AFCC0}" dt="2024-03-26T08:53:58.100" v="0" actId="47"/>
        <pc:sldMkLst>
          <pc:docMk/>
          <pc:sldMk cId="1659388843" sldId="637"/>
        </pc:sldMkLst>
      </pc:sldChg>
      <pc:sldChg chg="del">
        <pc:chgData name="Manoj kumar Rajagopal" userId="bd51e952637bcf16" providerId="LiveId" clId="{3C091903-DAD3-477A-BA28-DD0B903AFCC0}" dt="2024-03-26T08:53:58.100" v="0" actId="47"/>
        <pc:sldMkLst>
          <pc:docMk/>
          <pc:sldMk cId="1892346641" sldId="638"/>
        </pc:sldMkLst>
      </pc:sldChg>
      <pc:sldChg chg="del">
        <pc:chgData name="Manoj kumar Rajagopal" userId="bd51e952637bcf16" providerId="LiveId" clId="{3C091903-DAD3-477A-BA28-DD0B903AFCC0}" dt="2024-03-26T08:53:58.100" v="0" actId="47"/>
        <pc:sldMkLst>
          <pc:docMk/>
          <pc:sldMk cId="1662664010" sldId="639"/>
        </pc:sldMkLst>
      </pc:sldChg>
      <pc:sldChg chg="del">
        <pc:chgData name="Manoj kumar Rajagopal" userId="bd51e952637bcf16" providerId="LiveId" clId="{3C091903-DAD3-477A-BA28-DD0B903AFCC0}" dt="2024-03-26T08:53:58.100" v="0" actId="47"/>
        <pc:sldMkLst>
          <pc:docMk/>
          <pc:sldMk cId="337394377" sldId="640"/>
        </pc:sldMkLst>
      </pc:sldChg>
      <pc:sldChg chg="del">
        <pc:chgData name="Manoj kumar Rajagopal" userId="bd51e952637bcf16" providerId="LiveId" clId="{3C091903-DAD3-477A-BA28-DD0B903AFCC0}" dt="2024-03-26T08:53:58.100" v="0" actId="47"/>
        <pc:sldMkLst>
          <pc:docMk/>
          <pc:sldMk cId="1933031140" sldId="642"/>
        </pc:sldMkLst>
      </pc:sldChg>
      <pc:sldChg chg="del">
        <pc:chgData name="Manoj kumar Rajagopal" userId="bd51e952637bcf16" providerId="LiveId" clId="{3C091903-DAD3-477A-BA28-DD0B903AFCC0}" dt="2024-03-26T08:53:58.100" v="0" actId="47"/>
        <pc:sldMkLst>
          <pc:docMk/>
          <pc:sldMk cId="2105722091" sldId="643"/>
        </pc:sldMkLst>
      </pc:sldChg>
      <pc:sldChg chg="del">
        <pc:chgData name="Manoj kumar Rajagopal" userId="bd51e952637bcf16" providerId="LiveId" clId="{3C091903-DAD3-477A-BA28-DD0B903AFCC0}" dt="2024-03-26T08:53:58.100" v="0" actId="47"/>
        <pc:sldMkLst>
          <pc:docMk/>
          <pc:sldMk cId="931005218" sldId="645"/>
        </pc:sldMkLst>
      </pc:sldChg>
      <pc:sldChg chg="del">
        <pc:chgData name="Manoj kumar Rajagopal" userId="bd51e952637bcf16" providerId="LiveId" clId="{3C091903-DAD3-477A-BA28-DD0B903AFCC0}" dt="2024-03-26T08:53:58.100" v="0" actId="47"/>
        <pc:sldMkLst>
          <pc:docMk/>
          <pc:sldMk cId="2298315902" sldId="647"/>
        </pc:sldMkLst>
      </pc:sldChg>
      <pc:sldChg chg="del">
        <pc:chgData name="Manoj kumar Rajagopal" userId="bd51e952637bcf16" providerId="LiveId" clId="{3C091903-DAD3-477A-BA28-DD0B903AFCC0}" dt="2024-03-26T08:53:58.100" v="0" actId="47"/>
        <pc:sldMkLst>
          <pc:docMk/>
          <pc:sldMk cId="2340726202" sldId="648"/>
        </pc:sldMkLst>
      </pc:sldChg>
      <pc:sldChg chg="del">
        <pc:chgData name="Manoj kumar Rajagopal" userId="bd51e952637bcf16" providerId="LiveId" clId="{3C091903-DAD3-477A-BA28-DD0B903AFCC0}" dt="2024-03-26T08:53:58.100" v="0" actId="47"/>
        <pc:sldMkLst>
          <pc:docMk/>
          <pc:sldMk cId="2781112728" sldId="650"/>
        </pc:sldMkLst>
      </pc:sldChg>
      <pc:sldChg chg="del">
        <pc:chgData name="Manoj kumar Rajagopal" userId="bd51e952637bcf16" providerId="LiveId" clId="{3C091903-DAD3-477A-BA28-DD0B903AFCC0}" dt="2024-03-26T08:53:58.100" v="0" actId="47"/>
        <pc:sldMkLst>
          <pc:docMk/>
          <pc:sldMk cId="1599391977" sldId="651"/>
        </pc:sldMkLst>
      </pc:sldChg>
      <pc:sldChg chg="del">
        <pc:chgData name="Manoj kumar Rajagopal" userId="bd51e952637bcf16" providerId="LiveId" clId="{3C091903-DAD3-477A-BA28-DD0B903AFCC0}" dt="2024-03-26T08:53:58.100" v="0" actId="47"/>
        <pc:sldMkLst>
          <pc:docMk/>
          <pc:sldMk cId="2459020114" sldId="653"/>
        </pc:sldMkLst>
      </pc:sldChg>
      <pc:sldChg chg="del">
        <pc:chgData name="Manoj kumar Rajagopal" userId="bd51e952637bcf16" providerId="LiveId" clId="{3C091903-DAD3-477A-BA28-DD0B903AFCC0}" dt="2024-03-26T08:53:58.100" v="0" actId="47"/>
        <pc:sldMkLst>
          <pc:docMk/>
          <pc:sldMk cId="1050406646" sldId="654"/>
        </pc:sldMkLst>
      </pc:sldChg>
      <pc:sldChg chg="del">
        <pc:chgData name="Manoj kumar Rajagopal" userId="bd51e952637bcf16" providerId="LiveId" clId="{3C091903-DAD3-477A-BA28-DD0B903AFCC0}" dt="2024-03-26T08:53:58.100" v="0" actId="47"/>
        <pc:sldMkLst>
          <pc:docMk/>
          <pc:sldMk cId="1767278001" sldId="657"/>
        </pc:sldMkLst>
      </pc:sldChg>
      <pc:sldChg chg="del">
        <pc:chgData name="Manoj kumar Rajagopal" userId="bd51e952637bcf16" providerId="LiveId" clId="{3C091903-DAD3-477A-BA28-DD0B903AFCC0}" dt="2024-03-26T08:53:58.100" v="0" actId="47"/>
        <pc:sldMkLst>
          <pc:docMk/>
          <pc:sldMk cId="1601700101" sldId="658"/>
        </pc:sldMkLst>
      </pc:sldChg>
      <pc:sldChg chg="del">
        <pc:chgData name="Manoj kumar Rajagopal" userId="bd51e952637bcf16" providerId="LiveId" clId="{3C091903-DAD3-477A-BA28-DD0B903AFCC0}" dt="2024-03-26T08:53:58.100" v="0" actId="47"/>
        <pc:sldMkLst>
          <pc:docMk/>
          <pc:sldMk cId="2734981690" sldId="659"/>
        </pc:sldMkLst>
      </pc:sldChg>
      <pc:sldChg chg="del">
        <pc:chgData name="Manoj kumar Rajagopal" userId="bd51e952637bcf16" providerId="LiveId" clId="{3C091903-DAD3-477A-BA28-DD0B903AFCC0}" dt="2024-03-26T08:53:58.100" v="0" actId="47"/>
        <pc:sldMkLst>
          <pc:docMk/>
          <pc:sldMk cId="1695537712" sldId="660"/>
        </pc:sldMkLst>
      </pc:sldChg>
      <pc:sldChg chg="del">
        <pc:chgData name="Manoj kumar Rajagopal" userId="bd51e952637bcf16" providerId="LiveId" clId="{3C091903-DAD3-477A-BA28-DD0B903AFCC0}" dt="2024-03-26T08:53:58.100" v="0" actId="47"/>
        <pc:sldMkLst>
          <pc:docMk/>
          <pc:sldMk cId="2916153520" sldId="661"/>
        </pc:sldMkLst>
      </pc:sldChg>
      <pc:sldChg chg="del">
        <pc:chgData name="Manoj kumar Rajagopal" userId="bd51e952637bcf16" providerId="LiveId" clId="{3C091903-DAD3-477A-BA28-DD0B903AFCC0}" dt="2024-03-26T08:53:58.100" v="0" actId="47"/>
        <pc:sldMkLst>
          <pc:docMk/>
          <pc:sldMk cId="3924180662" sldId="662"/>
        </pc:sldMkLst>
      </pc:sldChg>
      <pc:sldChg chg="del">
        <pc:chgData name="Manoj kumar Rajagopal" userId="bd51e952637bcf16" providerId="LiveId" clId="{3C091903-DAD3-477A-BA28-DD0B903AFCC0}" dt="2024-03-26T08:53:58.100" v="0" actId="47"/>
        <pc:sldMkLst>
          <pc:docMk/>
          <pc:sldMk cId="531448418" sldId="664"/>
        </pc:sldMkLst>
      </pc:sldChg>
      <pc:sldChg chg="del">
        <pc:chgData name="Manoj kumar Rajagopal" userId="bd51e952637bcf16" providerId="LiveId" clId="{3C091903-DAD3-477A-BA28-DD0B903AFCC0}" dt="2024-03-26T08:53:58.100" v="0" actId="47"/>
        <pc:sldMkLst>
          <pc:docMk/>
          <pc:sldMk cId="1068182061" sldId="665"/>
        </pc:sldMkLst>
      </pc:sldChg>
      <pc:sldChg chg="del">
        <pc:chgData name="Manoj kumar Rajagopal" userId="bd51e952637bcf16" providerId="LiveId" clId="{3C091903-DAD3-477A-BA28-DD0B903AFCC0}" dt="2024-03-26T08:53:58.100" v="0" actId="47"/>
        <pc:sldMkLst>
          <pc:docMk/>
          <pc:sldMk cId="3297695644" sldId="666"/>
        </pc:sldMkLst>
      </pc:sldChg>
      <pc:sldChg chg="del">
        <pc:chgData name="Manoj kumar Rajagopal" userId="bd51e952637bcf16" providerId="LiveId" clId="{3C091903-DAD3-477A-BA28-DD0B903AFCC0}" dt="2024-03-26T08:53:58.100" v="0" actId="47"/>
        <pc:sldMkLst>
          <pc:docMk/>
          <pc:sldMk cId="1716773188" sldId="667"/>
        </pc:sldMkLst>
      </pc:sldChg>
      <pc:sldChg chg="del">
        <pc:chgData name="Manoj kumar Rajagopal" userId="bd51e952637bcf16" providerId="LiveId" clId="{3C091903-DAD3-477A-BA28-DD0B903AFCC0}" dt="2024-03-26T08:53:58.100" v="0" actId="47"/>
        <pc:sldMkLst>
          <pc:docMk/>
          <pc:sldMk cId="3461863063" sldId="668"/>
        </pc:sldMkLst>
      </pc:sldChg>
      <pc:sldChg chg="del">
        <pc:chgData name="Manoj kumar Rajagopal" userId="bd51e952637bcf16" providerId="LiveId" clId="{3C091903-DAD3-477A-BA28-DD0B903AFCC0}" dt="2024-03-26T08:53:58.100" v="0" actId="47"/>
        <pc:sldMkLst>
          <pc:docMk/>
          <pc:sldMk cId="1568765149" sldId="669"/>
        </pc:sldMkLst>
      </pc:sldChg>
      <pc:sldChg chg="del">
        <pc:chgData name="Manoj kumar Rajagopal" userId="bd51e952637bcf16" providerId="LiveId" clId="{3C091903-DAD3-477A-BA28-DD0B903AFCC0}" dt="2024-03-26T08:53:58.100" v="0" actId="47"/>
        <pc:sldMkLst>
          <pc:docMk/>
          <pc:sldMk cId="2097875020" sldId="670"/>
        </pc:sldMkLst>
      </pc:sldChg>
      <pc:sldChg chg="del">
        <pc:chgData name="Manoj kumar Rajagopal" userId="bd51e952637bcf16" providerId="LiveId" clId="{3C091903-DAD3-477A-BA28-DD0B903AFCC0}" dt="2024-03-26T08:53:58.100" v="0" actId="47"/>
        <pc:sldMkLst>
          <pc:docMk/>
          <pc:sldMk cId="2625087335" sldId="671"/>
        </pc:sldMkLst>
      </pc:sldChg>
      <pc:sldChg chg="del">
        <pc:chgData name="Manoj kumar Rajagopal" userId="bd51e952637bcf16" providerId="LiveId" clId="{3C091903-DAD3-477A-BA28-DD0B903AFCC0}" dt="2024-03-26T08:53:58.100" v="0" actId="47"/>
        <pc:sldMkLst>
          <pc:docMk/>
          <pc:sldMk cId="2458549416" sldId="673"/>
        </pc:sldMkLst>
      </pc:sldChg>
      <pc:sldChg chg="del">
        <pc:chgData name="Manoj kumar Rajagopal" userId="bd51e952637bcf16" providerId="LiveId" clId="{3C091903-DAD3-477A-BA28-DD0B903AFCC0}" dt="2024-03-26T08:53:58.100" v="0" actId="47"/>
        <pc:sldMkLst>
          <pc:docMk/>
          <pc:sldMk cId="924215926" sldId="674"/>
        </pc:sldMkLst>
      </pc:sldChg>
      <pc:sldChg chg="del">
        <pc:chgData name="Manoj kumar Rajagopal" userId="bd51e952637bcf16" providerId="LiveId" clId="{3C091903-DAD3-477A-BA28-DD0B903AFCC0}" dt="2024-03-26T08:53:58.100" v="0" actId="47"/>
        <pc:sldMkLst>
          <pc:docMk/>
          <pc:sldMk cId="1815608704" sldId="675"/>
        </pc:sldMkLst>
      </pc:sldChg>
      <pc:sldChg chg="del">
        <pc:chgData name="Manoj kumar Rajagopal" userId="bd51e952637bcf16" providerId="LiveId" clId="{3C091903-DAD3-477A-BA28-DD0B903AFCC0}" dt="2024-03-26T08:53:58.100" v="0" actId="47"/>
        <pc:sldMkLst>
          <pc:docMk/>
          <pc:sldMk cId="2304206695" sldId="676"/>
        </pc:sldMkLst>
      </pc:sldChg>
      <pc:sldChg chg="del">
        <pc:chgData name="Manoj kumar Rajagopal" userId="bd51e952637bcf16" providerId="LiveId" clId="{3C091903-DAD3-477A-BA28-DD0B903AFCC0}" dt="2024-03-26T08:53:58.100" v="0" actId="47"/>
        <pc:sldMkLst>
          <pc:docMk/>
          <pc:sldMk cId="4184043526" sldId="677"/>
        </pc:sldMkLst>
      </pc:sldChg>
      <pc:sldChg chg="del">
        <pc:chgData name="Manoj kumar Rajagopal" userId="bd51e952637bcf16" providerId="LiveId" clId="{3C091903-DAD3-477A-BA28-DD0B903AFCC0}" dt="2024-03-26T08:53:58.100" v="0" actId="47"/>
        <pc:sldMkLst>
          <pc:docMk/>
          <pc:sldMk cId="2661039587" sldId="678"/>
        </pc:sldMkLst>
      </pc:sldChg>
      <pc:sldChg chg="modSp mod">
        <pc:chgData name="Manoj kumar Rajagopal" userId="bd51e952637bcf16" providerId="LiveId" clId="{3C091903-DAD3-477A-BA28-DD0B903AFCC0}" dt="2024-03-26T09:19:58.352" v="156"/>
        <pc:sldMkLst>
          <pc:docMk/>
          <pc:sldMk cId="630208933" sldId="680"/>
        </pc:sldMkLst>
        <pc:spChg chg="mod">
          <ac:chgData name="Manoj kumar Rajagopal" userId="bd51e952637bcf16" providerId="LiveId" clId="{3C091903-DAD3-477A-BA28-DD0B903AFCC0}" dt="2024-03-26T09:19:58.352" v="156"/>
          <ac:spMkLst>
            <pc:docMk/>
            <pc:sldMk cId="630208933" sldId="680"/>
            <ac:spMk id="9" creationId="{00000000-0000-0000-0000-000000000000}"/>
          </ac:spMkLst>
        </pc:spChg>
      </pc:sldChg>
      <pc:sldChg chg="del">
        <pc:chgData name="Manoj kumar Rajagopal" userId="bd51e952637bcf16" providerId="LiveId" clId="{3C091903-DAD3-477A-BA28-DD0B903AFCC0}" dt="2024-03-26T08:53:58.100" v="0" actId="47"/>
        <pc:sldMkLst>
          <pc:docMk/>
          <pc:sldMk cId="596473496" sldId="681"/>
        </pc:sldMkLst>
      </pc:sldChg>
      <pc:sldChg chg="del">
        <pc:chgData name="Manoj kumar Rajagopal" userId="bd51e952637bcf16" providerId="LiveId" clId="{3C091903-DAD3-477A-BA28-DD0B903AFCC0}" dt="2024-03-26T08:53:58.100" v="0" actId="47"/>
        <pc:sldMkLst>
          <pc:docMk/>
          <pc:sldMk cId="902218038" sldId="682"/>
        </pc:sldMkLst>
      </pc:sldChg>
      <pc:sldChg chg="del">
        <pc:chgData name="Manoj kumar Rajagopal" userId="bd51e952637bcf16" providerId="LiveId" clId="{3C091903-DAD3-477A-BA28-DD0B903AFCC0}" dt="2024-03-26T08:53:58.100" v="0" actId="47"/>
        <pc:sldMkLst>
          <pc:docMk/>
          <pc:sldMk cId="570413633" sldId="683"/>
        </pc:sldMkLst>
      </pc:sldChg>
      <pc:sldChg chg="del">
        <pc:chgData name="Manoj kumar Rajagopal" userId="bd51e952637bcf16" providerId="LiveId" clId="{3C091903-DAD3-477A-BA28-DD0B903AFCC0}" dt="2024-03-26T08:53:58.100" v="0" actId="47"/>
        <pc:sldMkLst>
          <pc:docMk/>
          <pc:sldMk cId="3088068983" sldId="684"/>
        </pc:sldMkLst>
      </pc:sldChg>
      <pc:sldChg chg="del">
        <pc:chgData name="Manoj kumar Rajagopal" userId="bd51e952637bcf16" providerId="LiveId" clId="{3C091903-DAD3-477A-BA28-DD0B903AFCC0}" dt="2024-03-26T08:53:58.100" v="0" actId="47"/>
        <pc:sldMkLst>
          <pc:docMk/>
          <pc:sldMk cId="2464723218" sldId="685"/>
        </pc:sldMkLst>
      </pc:sldChg>
      <pc:sldChg chg="del">
        <pc:chgData name="Manoj kumar Rajagopal" userId="bd51e952637bcf16" providerId="LiveId" clId="{3C091903-DAD3-477A-BA28-DD0B903AFCC0}" dt="2024-03-26T08:53:58.100" v="0" actId="47"/>
        <pc:sldMkLst>
          <pc:docMk/>
          <pc:sldMk cId="3922268588" sldId="686"/>
        </pc:sldMkLst>
      </pc:sldChg>
      <pc:sldChg chg="del">
        <pc:chgData name="Manoj kumar Rajagopal" userId="bd51e952637bcf16" providerId="LiveId" clId="{3C091903-DAD3-477A-BA28-DD0B903AFCC0}" dt="2024-03-26T08:53:58.100" v="0" actId="47"/>
        <pc:sldMkLst>
          <pc:docMk/>
          <pc:sldMk cId="2540383440" sldId="687"/>
        </pc:sldMkLst>
      </pc:sldChg>
      <pc:sldChg chg="del">
        <pc:chgData name="Manoj kumar Rajagopal" userId="bd51e952637bcf16" providerId="LiveId" clId="{3C091903-DAD3-477A-BA28-DD0B903AFCC0}" dt="2024-03-26T08:53:58.100" v="0" actId="47"/>
        <pc:sldMkLst>
          <pc:docMk/>
          <pc:sldMk cId="1686031520" sldId="688"/>
        </pc:sldMkLst>
      </pc:sldChg>
      <pc:sldChg chg="del">
        <pc:chgData name="Manoj kumar Rajagopal" userId="bd51e952637bcf16" providerId="LiveId" clId="{3C091903-DAD3-477A-BA28-DD0B903AFCC0}" dt="2024-03-26T08:53:58.100" v="0" actId="47"/>
        <pc:sldMkLst>
          <pc:docMk/>
          <pc:sldMk cId="3679627529" sldId="689"/>
        </pc:sldMkLst>
      </pc:sldChg>
      <pc:sldChg chg="del">
        <pc:chgData name="Manoj kumar Rajagopal" userId="bd51e952637bcf16" providerId="LiveId" clId="{3C091903-DAD3-477A-BA28-DD0B903AFCC0}" dt="2024-03-26T08:53:58.100" v="0" actId="47"/>
        <pc:sldMkLst>
          <pc:docMk/>
          <pc:sldMk cId="3334839924" sldId="690"/>
        </pc:sldMkLst>
      </pc:sldChg>
      <pc:sldChg chg="del">
        <pc:chgData name="Manoj kumar Rajagopal" userId="bd51e952637bcf16" providerId="LiveId" clId="{3C091903-DAD3-477A-BA28-DD0B903AFCC0}" dt="2024-03-26T08:53:58.100" v="0" actId="47"/>
        <pc:sldMkLst>
          <pc:docMk/>
          <pc:sldMk cId="119933063" sldId="691"/>
        </pc:sldMkLst>
      </pc:sldChg>
      <pc:sldChg chg="modSp mod">
        <pc:chgData name="Manoj kumar Rajagopal" userId="bd51e952637bcf16" providerId="LiveId" clId="{3C091903-DAD3-477A-BA28-DD0B903AFCC0}" dt="2024-03-26T09:19:54.215" v="155"/>
        <pc:sldMkLst>
          <pc:docMk/>
          <pc:sldMk cId="732108816" sldId="693"/>
        </pc:sldMkLst>
        <pc:spChg chg="mod">
          <ac:chgData name="Manoj kumar Rajagopal" userId="bd51e952637bcf16" providerId="LiveId" clId="{3C091903-DAD3-477A-BA28-DD0B903AFCC0}" dt="2024-03-26T09:19:54.215" v="155"/>
          <ac:spMkLst>
            <pc:docMk/>
            <pc:sldMk cId="732108816" sldId="693"/>
            <ac:spMk id="9" creationId="{00000000-0000-0000-0000-000000000000}"/>
          </ac:spMkLst>
        </pc:spChg>
      </pc:sldChg>
      <pc:sldChg chg="modSp mod">
        <pc:chgData name="Manoj kumar Rajagopal" userId="bd51e952637bcf16" providerId="LiveId" clId="{3C091903-DAD3-477A-BA28-DD0B903AFCC0}" dt="2024-03-26T09:19:44.379" v="152"/>
        <pc:sldMkLst>
          <pc:docMk/>
          <pc:sldMk cId="1200236141" sldId="695"/>
        </pc:sldMkLst>
        <pc:spChg chg="mod">
          <ac:chgData name="Manoj kumar Rajagopal" userId="bd51e952637bcf16" providerId="LiveId" clId="{3C091903-DAD3-477A-BA28-DD0B903AFCC0}" dt="2024-03-26T09:19:44.379" v="152"/>
          <ac:spMkLst>
            <pc:docMk/>
            <pc:sldMk cId="1200236141" sldId="695"/>
            <ac:spMk id="9" creationId="{00000000-0000-0000-0000-000000000000}"/>
          </ac:spMkLst>
        </pc:spChg>
      </pc:sldChg>
      <pc:sldChg chg="modSp mod">
        <pc:chgData name="Manoj kumar Rajagopal" userId="bd51e952637bcf16" providerId="LiveId" clId="{3C091903-DAD3-477A-BA28-DD0B903AFCC0}" dt="2024-03-26T09:19:49.524" v="154" actId="20577"/>
        <pc:sldMkLst>
          <pc:docMk/>
          <pc:sldMk cId="2230458811" sldId="696"/>
        </pc:sldMkLst>
        <pc:spChg chg="mod">
          <ac:chgData name="Manoj kumar Rajagopal" userId="bd51e952637bcf16" providerId="LiveId" clId="{3C091903-DAD3-477A-BA28-DD0B903AFCC0}" dt="2024-03-26T09:19:49.524" v="154" actId="20577"/>
          <ac:spMkLst>
            <pc:docMk/>
            <pc:sldMk cId="2230458811" sldId="696"/>
            <ac:spMk id="17" creationId="{00000000-0000-0000-0000-000000000000}"/>
          </ac:spMkLst>
        </pc:spChg>
      </pc:sldChg>
      <pc:sldChg chg="modSp mod">
        <pc:chgData name="Manoj kumar Rajagopal" userId="bd51e952637bcf16" providerId="LiveId" clId="{3C091903-DAD3-477A-BA28-DD0B903AFCC0}" dt="2024-03-26T09:19:39.285" v="151"/>
        <pc:sldMkLst>
          <pc:docMk/>
          <pc:sldMk cId="3741790558" sldId="697"/>
        </pc:sldMkLst>
        <pc:spChg chg="mod">
          <ac:chgData name="Manoj kumar Rajagopal" userId="bd51e952637bcf16" providerId="LiveId" clId="{3C091903-DAD3-477A-BA28-DD0B903AFCC0}" dt="2024-03-26T09:19:39.285" v="151"/>
          <ac:spMkLst>
            <pc:docMk/>
            <pc:sldMk cId="3741790558" sldId="697"/>
            <ac:spMk id="13" creationId="{00000000-0000-0000-0000-000000000000}"/>
          </ac:spMkLst>
        </pc:spChg>
      </pc:sldChg>
      <pc:sldChg chg="modSp mod">
        <pc:chgData name="Manoj kumar Rajagopal" userId="bd51e952637bcf16" providerId="LiveId" clId="{3C091903-DAD3-477A-BA28-DD0B903AFCC0}" dt="2024-03-26T09:19:34.969" v="150" actId="20577"/>
        <pc:sldMkLst>
          <pc:docMk/>
          <pc:sldMk cId="2562090421" sldId="698"/>
        </pc:sldMkLst>
        <pc:spChg chg="mod">
          <ac:chgData name="Manoj kumar Rajagopal" userId="bd51e952637bcf16" providerId="LiveId" clId="{3C091903-DAD3-477A-BA28-DD0B903AFCC0}" dt="2024-03-26T08:59:24.928" v="131" actId="20577"/>
          <ac:spMkLst>
            <pc:docMk/>
            <pc:sldMk cId="2562090421" sldId="698"/>
            <ac:spMk id="8" creationId="{00000000-0000-0000-0000-000000000000}"/>
          </ac:spMkLst>
        </pc:spChg>
        <pc:spChg chg="mod">
          <ac:chgData name="Manoj kumar Rajagopal" userId="bd51e952637bcf16" providerId="LiveId" clId="{3C091903-DAD3-477A-BA28-DD0B903AFCC0}" dt="2024-03-26T09:19:34.969" v="150" actId="20577"/>
          <ac:spMkLst>
            <pc:docMk/>
            <pc:sldMk cId="2562090421" sldId="698"/>
            <ac:spMk id="9" creationId="{00000000-0000-0000-0000-000000000000}"/>
          </ac:spMkLst>
        </pc:spChg>
        <pc:spChg chg="mod">
          <ac:chgData name="Manoj kumar Rajagopal" userId="bd51e952637bcf16" providerId="LiveId" clId="{3C091903-DAD3-477A-BA28-DD0B903AFCC0}" dt="2024-03-26T08:54:38.519" v="56" actId="20577"/>
          <ac:spMkLst>
            <pc:docMk/>
            <pc:sldMk cId="2562090421" sldId="698"/>
            <ac:spMk id="14" creationId="{00000000-0000-0000-0000-000000000000}"/>
          </ac:spMkLst>
        </pc:spChg>
      </pc:sldChg>
      <pc:sldChg chg="modSp mod">
        <pc:chgData name="Manoj kumar Rajagopal" userId="bd51e952637bcf16" providerId="LiveId" clId="{3C091903-DAD3-477A-BA28-DD0B903AFCC0}" dt="2024-03-26T09:19:24.760" v="147" actId="20577"/>
        <pc:sldMkLst>
          <pc:docMk/>
          <pc:sldMk cId="3967396097" sldId="699"/>
        </pc:sldMkLst>
        <pc:spChg chg="mod">
          <ac:chgData name="Manoj kumar Rajagopal" userId="bd51e952637bcf16" providerId="LiveId" clId="{3C091903-DAD3-477A-BA28-DD0B903AFCC0}" dt="2024-03-26T09:19:24.760" v="147" actId="20577"/>
          <ac:spMkLst>
            <pc:docMk/>
            <pc:sldMk cId="3967396097" sldId="699"/>
            <ac:spMk id="23" creationId="{00000000-0000-0000-0000-000000000000}"/>
          </ac:spMkLst>
        </pc:spChg>
      </pc:sldChg>
      <pc:sldChg chg="modSp mod">
        <pc:chgData name="Manoj kumar Rajagopal" userId="bd51e952637bcf16" providerId="LiveId" clId="{3C091903-DAD3-477A-BA28-DD0B903AFCC0}" dt="2024-03-26T09:19:18.302" v="145"/>
        <pc:sldMkLst>
          <pc:docMk/>
          <pc:sldMk cId="3356252702" sldId="700"/>
        </pc:sldMkLst>
        <pc:spChg chg="mod">
          <ac:chgData name="Manoj kumar Rajagopal" userId="bd51e952637bcf16" providerId="LiveId" clId="{3C091903-DAD3-477A-BA28-DD0B903AFCC0}" dt="2024-03-26T08:59:16.511" v="120" actId="20577"/>
          <ac:spMkLst>
            <pc:docMk/>
            <pc:sldMk cId="3356252702" sldId="700"/>
            <ac:spMk id="8" creationId="{00000000-0000-0000-0000-000000000000}"/>
          </ac:spMkLst>
        </pc:spChg>
        <pc:spChg chg="mod">
          <ac:chgData name="Manoj kumar Rajagopal" userId="bd51e952637bcf16" providerId="LiveId" clId="{3C091903-DAD3-477A-BA28-DD0B903AFCC0}" dt="2024-03-26T09:19:18.302" v="145"/>
          <ac:spMkLst>
            <pc:docMk/>
            <pc:sldMk cId="3356252702" sldId="700"/>
            <ac:spMk id="9" creationId="{00000000-0000-0000-0000-000000000000}"/>
          </ac:spMkLst>
        </pc:spChg>
      </pc:sldChg>
      <pc:sldChg chg="modSp mod">
        <pc:chgData name="Manoj kumar Rajagopal" userId="bd51e952637bcf16" providerId="LiveId" clId="{3C091903-DAD3-477A-BA28-DD0B903AFCC0}" dt="2024-03-26T09:18:53.026" v="141" actId="20577"/>
        <pc:sldMkLst>
          <pc:docMk/>
          <pc:sldMk cId="377871922" sldId="702"/>
        </pc:sldMkLst>
        <pc:spChg chg="mod">
          <ac:chgData name="Manoj kumar Rajagopal" userId="bd51e952637bcf16" providerId="LiveId" clId="{3C091903-DAD3-477A-BA28-DD0B903AFCC0}" dt="2024-03-26T08:58:59.235" v="104" actId="20577"/>
          <ac:spMkLst>
            <pc:docMk/>
            <pc:sldMk cId="377871922" sldId="702"/>
            <ac:spMk id="8" creationId="{00000000-0000-0000-0000-000000000000}"/>
          </ac:spMkLst>
        </pc:spChg>
        <pc:spChg chg="mod">
          <ac:chgData name="Manoj kumar Rajagopal" userId="bd51e952637bcf16" providerId="LiveId" clId="{3C091903-DAD3-477A-BA28-DD0B903AFCC0}" dt="2024-03-26T09:18:53.026" v="141" actId="20577"/>
          <ac:spMkLst>
            <pc:docMk/>
            <pc:sldMk cId="377871922" sldId="702"/>
            <ac:spMk id="9" creationId="{00000000-0000-0000-0000-000000000000}"/>
          </ac:spMkLst>
        </pc:spChg>
      </pc:sldChg>
      <pc:sldChg chg="modSp mod">
        <pc:chgData name="Manoj kumar Rajagopal" userId="bd51e952637bcf16" providerId="LiveId" clId="{3C091903-DAD3-477A-BA28-DD0B903AFCC0}" dt="2024-03-26T09:19:30.197" v="148"/>
        <pc:sldMkLst>
          <pc:docMk/>
          <pc:sldMk cId="3379173019" sldId="705"/>
        </pc:sldMkLst>
        <pc:spChg chg="mod">
          <ac:chgData name="Manoj kumar Rajagopal" userId="bd51e952637bcf16" providerId="LiveId" clId="{3C091903-DAD3-477A-BA28-DD0B903AFCC0}" dt="2024-03-26T09:19:30.197" v="148"/>
          <ac:spMkLst>
            <pc:docMk/>
            <pc:sldMk cId="3379173019" sldId="705"/>
            <ac:spMk id="15" creationId="{00000000-0000-0000-0000-000000000000}"/>
          </ac:spMkLst>
        </pc:spChg>
      </pc:sldChg>
      <pc:sldChg chg="modSp mod">
        <pc:chgData name="Manoj kumar Rajagopal" userId="bd51e952637bcf16" providerId="LiveId" clId="{3C091903-DAD3-477A-BA28-DD0B903AFCC0}" dt="2024-03-26T09:19:11.919" v="144" actId="6549"/>
        <pc:sldMkLst>
          <pc:docMk/>
          <pc:sldMk cId="2118124016" sldId="706"/>
        </pc:sldMkLst>
        <pc:spChg chg="mod">
          <ac:chgData name="Manoj kumar Rajagopal" userId="bd51e952637bcf16" providerId="LiveId" clId="{3C091903-DAD3-477A-BA28-DD0B903AFCC0}" dt="2024-03-26T09:19:11.919" v="144" actId="6549"/>
          <ac:spMkLst>
            <pc:docMk/>
            <pc:sldMk cId="2118124016" sldId="706"/>
            <ac:spMk id="13" creationId="{00000000-0000-0000-0000-000000000000}"/>
          </ac:spMkLst>
        </pc:spChg>
        <pc:picChg chg="mod">
          <ac:chgData name="Manoj kumar Rajagopal" userId="bd51e952637bcf16" providerId="LiveId" clId="{3C091903-DAD3-477A-BA28-DD0B903AFCC0}" dt="2024-03-26T08:55:58.536" v="58" actId="1036"/>
          <ac:picMkLst>
            <pc:docMk/>
            <pc:sldMk cId="2118124016" sldId="706"/>
            <ac:picMk id="4" creationId="{00000000-0000-0000-0000-000000000000}"/>
          </ac:picMkLst>
        </pc:picChg>
      </pc:sldChg>
      <pc:sldChg chg="modSp mod">
        <pc:chgData name="Manoj kumar Rajagopal" userId="bd51e952637bcf16" providerId="LiveId" clId="{3C091903-DAD3-477A-BA28-DD0B903AFCC0}" dt="2024-03-26T09:18:58.809" v="142"/>
        <pc:sldMkLst>
          <pc:docMk/>
          <pc:sldMk cId="2887935436" sldId="707"/>
        </pc:sldMkLst>
        <pc:spChg chg="mod">
          <ac:chgData name="Manoj kumar Rajagopal" userId="bd51e952637bcf16" providerId="LiveId" clId="{3C091903-DAD3-477A-BA28-DD0B903AFCC0}" dt="2024-03-26T09:18:58.809" v="142"/>
          <ac:spMkLst>
            <pc:docMk/>
            <pc:sldMk cId="2887935436" sldId="707"/>
            <ac:spMk id="16" creationId="{00000000-0000-0000-0000-000000000000}"/>
          </ac:spMkLst>
        </pc:spChg>
      </pc:sldChg>
      <pc:sldChg chg="add del">
        <pc:chgData name="Manoj kumar Rajagopal" userId="bd51e952637bcf16" providerId="LiveId" clId="{3C091903-DAD3-477A-BA28-DD0B903AFCC0}" dt="2024-03-26T08:58:38.301" v="80" actId="47"/>
        <pc:sldMkLst>
          <pc:docMk/>
          <pc:sldMk cId="967809763" sldId="708"/>
        </pc:sldMkLst>
      </pc:sldChg>
      <pc:sldMasterChg chg="del delSldLayout">
        <pc:chgData name="Manoj kumar Rajagopal" userId="bd51e952637bcf16" providerId="LiveId" clId="{3C091903-DAD3-477A-BA28-DD0B903AFCC0}" dt="2024-03-26T08:53:58.100" v="0" actId="47"/>
        <pc:sldMasterMkLst>
          <pc:docMk/>
          <pc:sldMasterMk cId="3175726969" sldId="2147483678"/>
        </pc:sldMasterMkLst>
        <pc:sldLayoutChg chg="del">
          <pc:chgData name="Manoj kumar Rajagopal" userId="bd51e952637bcf16" providerId="LiveId" clId="{3C091903-DAD3-477A-BA28-DD0B903AFCC0}" dt="2024-03-26T08:53:58.100" v="0" actId="47"/>
          <pc:sldLayoutMkLst>
            <pc:docMk/>
            <pc:sldMasterMk cId="3175726969" sldId="2147483678"/>
            <pc:sldLayoutMk cId="409232377" sldId="2147483679"/>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998184368" sldId="2147483680"/>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733497418" sldId="2147483681"/>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1515818292" sldId="2147483682"/>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3638012951" sldId="2147483683"/>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152553384" sldId="2147483684"/>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1420433784" sldId="2147483685"/>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2818503508" sldId="2147483686"/>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4091171198" sldId="2147483687"/>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2000804268" sldId="2147483688"/>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1634028590" sldId="2147483689"/>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992103320" sldId="2147483690"/>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2554638737" sldId="2147483691"/>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3721068934" sldId="2147483692"/>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3973327408" sldId="2147483693"/>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3446325380" sldId="2147483694"/>
          </pc:sldLayoutMkLst>
        </pc:sldLayoutChg>
        <pc:sldLayoutChg chg="del">
          <pc:chgData name="Manoj kumar Rajagopal" userId="bd51e952637bcf16" providerId="LiveId" clId="{3C091903-DAD3-477A-BA28-DD0B903AFCC0}" dt="2024-03-26T08:53:58.100" v="0" actId="47"/>
          <pc:sldLayoutMkLst>
            <pc:docMk/>
            <pc:sldMasterMk cId="3175726969" sldId="2147483678"/>
            <pc:sldLayoutMk cId="1061786207" sldId="2147483695"/>
          </pc:sldLayoutMkLst>
        </pc:sldLayoutChg>
      </pc:sldMasterChg>
      <pc:sldMasterChg chg="del delSldLayout">
        <pc:chgData name="Manoj kumar Rajagopal" userId="bd51e952637bcf16" providerId="LiveId" clId="{3C091903-DAD3-477A-BA28-DD0B903AFCC0}" dt="2024-03-26T08:53:58.100" v="0" actId="47"/>
        <pc:sldMasterMkLst>
          <pc:docMk/>
          <pc:sldMasterMk cId="1212479454" sldId="2147483696"/>
        </pc:sldMasterMkLst>
        <pc:sldLayoutChg chg="del">
          <pc:chgData name="Manoj kumar Rajagopal" userId="bd51e952637bcf16" providerId="LiveId" clId="{3C091903-DAD3-477A-BA28-DD0B903AFCC0}" dt="2024-03-26T08:53:58.100" v="0" actId="47"/>
          <pc:sldLayoutMkLst>
            <pc:docMk/>
            <pc:sldMasterMk cId="1212479454" sldId="2147483696"/>
            <pc:sldLayoutMk cId="1305283748" sldId="2147483697"/>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3371963161" sldId="2147483698"/>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1047257546" sldId="2147483699"/>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1803246450" sldId="2147483700"/>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1701716553" sldId="2147483701"/>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1599904870" sldId="2147483702"/>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218027338" sldId="2147483703"/>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669889476" sldId="2147483704"/>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757520928" sldId="2147483705"/>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3578885469" sldId="2147483706"/>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150508547" sldId="2147483707"/>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2265587561" sldId="2147483708"/>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2629948238" sldId="2147483709"/>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2939761163" sldId="2147483710"/>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3390488818" sldId="2147483711"/>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694174852" sldId="2147483712"/>
          </pc:sldLayoutMkLst>
        </pc:sldLayoutChg>
        <pc:sldLayoutChg chg="del">
          <pc:chgData name="Manoj kumar Rajagopal" userId="bd51e952637bcf16" providerId="LiveId" clId="{3C091903-DAD3-477A-BA28-DD0B903AFCC0}" dt="2024-03-26T08:53:58.100" v="0" actId="47"/>
          <pc:sldLayoutMkLst>
            <pc:docMk/>
            <pc:sldMasterMk cId="1212479454" sldId="2147483696"/>
            <pc:sldLayoutMk cId="2288894685" sldId="2147483713"/>
          </pc:sldLayoutMkLst>
        </pc:sldLayoutChg>
      </pc:sldMasterChg>
    </pc:docChg>
  </pc:docChgLst>
  <pc:docChgLst>
    <pc:chgData name="Akhil Hemanth" userId="S::akhil.hemanth2021@vitstudent.ac.in::d09ebd38-ef1c-48f6-8d53-7e25e3d64f3b" providerId="AD" clId="Web-{BF1AD2DC-7C88-4847-B93B-915C612DAD25}"/>
    <pc:docChg chg="addSld delSld modSld">
      <pc:chgData name="Akhil Hemanth" userId="S::akhil.hemanth2021@vitstudent.ac.in::d09ebd38-ef1c-48f6-8d53-7e25e3d64f3b" providerId="AD" clId="Web-{BF1AD2DC-7C88-4847-B93B-915C612DAD25}" dt="2024-09-25T09:52:04.255" v="12" actId="1076"/>
      <pc:docMkLst>
        <pc:docMk/>
      </pc:docMkLst>
      <pc:sldChg chg="add del">
        <pc:chgData name="Akhil Hemanth" userId="S::akhil.hemanth2021@vitstudent.ac.in::d09ebd38-ef1c-48f6-8d53-7e25e3d64f3b" providerId="AD" clId="Web-{BF1AD2DC-7C88-4847-B93B-915C612DAD25}" dt="2024-09-25T09:13:53.290" v="6"/>
        <pc:sldMkLst>
          <pc:docMk/>
          <pc:sldMk cId="3967396097" sldId="699"/>
        </pc:sldMkLst>
      </pc:sldChg>
      <pc:sldChg chg="modSp">
        <pc:chgData name="Akhil Hemanth" userId="S::akhil.hemanth2021@vitstudent.ac.in::d09ebd38-ef1c-48f6-8d53-7e25e3d64f3b" providerId="AD" clId="Web-{BF1AD2DC-7C88-4847-B93B-915C612DAD25}" dt="2024-09-25T09:52:04.255" v="12" actId="1076"/>
        <pc:sldMkLst>
          <pc:docMk/>
          <pc:sldMk cId="2118124016" sldId="706"/>
        </pc:sldMkLst>
        <pc:picChg chg="mod modCrop">
          <ac:chgData name="Akhil Hemanth" userId="S::akhil.hemanth2021@vitstudent.ac.in::d09ebd38-ef1c-48f6-8d53-7e25e3d64f3b" providerId="AD" clId="Web-{BF1AD2DC-7C88-4847-B93B-915C612DAD25}" dt="2024-09-25T09:52:04.255" v="12" actId="1076"/>
          <ac:picMkLst>
            <pc:docMk/>
            <pc:sldMk cId="2118124016" sldId="706"/>
            <ac:picMk id="4" creationId="{00000000-0000-0000-0000-000000000000}"/>
          </ac:picMkLst>
        </pc:picChg>
      </pc:sldChg>
      <pc:sldChg chg="modSp">
        <pc:chgData name="Akhil Hemanth" userId="S::akhil.hemanth2021@vitstudent.ac.in::d09ebd38-ef1c-48f6-8d53-7e25e3d64f3b" providerId="AD" clId="Web-{BF1AD2DC-7C88-4847-B93B-915C612DAD25}" dt="2024-09-25T09:13:54.212" v="7" actId="1076"/>
        <pc:sldMkLst>
          <pc:docMk/>
          <pc:sldMk cId="2249652479" sldId="709"/>
        </pc:sldMkLst>
        <pc:spChg chg="mod">
          <ac:chgData name="Akhil Hemanth" userId="S::akhil.hemanth2021@vitstudent.ac.in::d09ebd38-ef1c-48f6-8d53-7e25e3d64f3b" providerId="AD" clId="Web-{BF1AD2DC-7C88-4847-B93B-915C612DAD25}" dt="2024-09-25T09:13:54.212" v="7" actId="1076"/>
          <ac:spMkLst>
            <pc:docMk/>
            <pc:sldMk cId="2249652479" sldId="709"/>
            <ac:spMk id="18" creationId="{00000000-0000-0000-0000-000000000000}"/>
          </ac:spMkLst>
        </pc:spChg>
      </pc:sldChg>
      <pc:sldChg chg="new del">
        <pc:chgData name="Akhil Hemanth" userId="S::akhil.hemanth2021@vitstudent.ac.in::d09ebd38-ef1c-48f6-8d53-7e25e3d64f3b" providerId="AD" clId="Web-{BF1AD2DC-7C88-4847-B93B-915C612DAD25}" dt="2024-09-25T09:13:50.556" v="4"/>
        <pc:sldMkLst>
          <pc:docMk/>
          <pc:sldMk cId="1430413468" sldId="710"/>
        </pc:sldMkLst>
      </pc:sldChg>
      <pc:sldChg chg="add del">
        <pc:chgData name="Akhil Hemanth" userId="S::akhil.hemanth2021@vitstudent.ac.in::d09ebd38-ef1c-48f6-8d53-7e25e3d64f3b" providerId="AD" clId="Web-{BF1AD2DC-7C88-4847-B93B-915C612DAD25}" dt="2024-09-25T09:13:51.790" v="5"/>
        <pc:sldMkLst>
          <pc:docMk/>
          <pc:sldMk cId="3589336939" sldId="712"/>
        </pc:sldMkLst>
      </pc:sldChg>
      <pc:sldChg chg="new">
        <pc:chgData name="Akhil Hemanth" userId="S::akhil.hemanth2021@vitstudent.ac.in::d09ebd38-ef1c-48f6-8d53-7e25e3d64f3b" providerId="AD" clId="Web-{BF1AD2DC-7C88-4847-B93B-915C612DAD25}" dt="2024-09-25T09:47:23.264" v="8"/>
        <pc:sldMkLst>
          <pc:docMk/>
          <pc:sldMk cId="348531064" sldId="713"/>
        </pc:sldMkLst>
      </pc:sldChg>
    </pc:docChg>
  </pc:docChgLst>
  <pc:docChgLst>
    <pc:chgData name="Gokul S" userId="S::gokul.s2021a@vitstudent.ac.in::620c9d07-62ab-4dda-98b4-4e5581977fc3" providerId="AD" clId="Web-{25494CD2-00B3-2897-FD89-CB3A28C01E7F}"/>
    <pc:docChg chg="modSld">
      <pc:chgData name="Gokul S" userId="S::gokul.s2021a@vitstudent.ac.in::620c9d07-62ab-4dda-98b4-4e5581977fc3" providerId="AD" clId="Web-{25494CD2-00B3-2897-FD89-CB3A28C01E7F}" dt="2024-09-25T09:08:21.118" v="1"/>
      <pc:docMkLst>
        <pc:docMk/>
      </pc:docMkLst>
      <pc:sldChg chg="modSp">
        <pc:chgData name="Gokul S" userId="S::gokul.s2021a@vitstudent.ac.in::620c9d07-62ab-4dda-98b4-4e5581977fc3" providerId="AD" clId="Web-{25494CD2-00B3-2897-FD89-CB3A28C01E7F}" dt="2024-09-25T09:08:21.118" v="1"/>
        <pc:sldMkLst>
          <pc:docMk/>
          <pc:sldMk cId="3379173019" sldId="705"/>
        </pc:sldMkLst>
        <pc:picChg chg="mod modCrop">
          <ac:chgData name="Gokul S" userId="S::gokul.s2021a@vitstudent.ac.in::620c9d07-62ab-4dda-98b4-4e5581977fc3" providerId="AD" clId="Web-{25494CD2-00B3-2897-FD89-CB3A28C01E7F}" dt="2024-09-25T09:08:21.118" v="1"/>
          <ac:picMkLst>
            <pc:docMk/>
            <pc:sldMk cId="3379173019" sldId="705"/>
            <ac:picMk id="14" creationId="{00000000-0000-0000-0000-000000000000}"/>
          </ac:picMkLst>
        </pc:picChg>
      </pc:sldChg>
    </pc:docChg>
  </pc:docChgLst>
  <pc:docChgLst>
    <pc:chgData name="Raviramanan V" userId="S::raviramanan.v2021@vitstudent.ac.in::b40ecaee-5a19-4192-b125-88bd53d45518" providerId="AD" clId="Web-{E858C88C-B0A8-1D83-056E-75DE21AEB9F4}"/>
    <pc:docChg chg="modSld">
      <pc:chgData name="Raviramanan V" userId="S::raviramanan.v2021@vitstudent.ac.in::b40ecaee-5a19-4192-b125-88bd53d45518" providerId="AD" clId="Web-{E858C88C-B0A8-1D83-056E-75DE21AEB9F4}" dt="2024-09-25T09:14:01.347" v="0" actId="1076"/>
      <pc:docMkLst>
        <pc:docMk/>
      </pc:docMkLst>
      <pc:sldChg chg="modSp">
        <pc:chgData name="Raviramanan V" userId="S::raviramanan.v2021@vitstudent.ac.in::b40ecaee-5a19-4192-b125-88bd53d45518" providerId="AD" clId="Web-{E858C88C-B0A8-1D83-056E-75DE21AEB9F4}" dt="2024-09-25T09:14:01.347" v="0" actId="1076"/>
        <pc:sldMkLst>
          <pc:docMk/>
          <pc:sldMk cId="3967396097" sldId="699"/>
        </pc:sldMkLst>
        <pc:picChg chg="mod">
          <ac:chgData name="Raviramanan V" userId="S::raviramanan.v2021@vitstudent.ac.in::b40ecaee-5a19-4192-b125-88bd53d45518" providerId="AD" clId="Web-{E858C88C-B0A8-1D83-056E-75DE21AEB9F4}" dt="2024-09-25T09:14:01.347" v="0" actId="1076"/>
          <ac:picMkLst>
            <pc:docMk/>
            <pc:sldMk cId="3967396097" sldId="699"/>
            <ac:picMk id="18" creationId="{00000000-0000-0000-0000-000000000000}"/>
          </ac:picMkLst>
        </pc:picChg>
      </pc:sldChg>
    </pc:docChg>
  </pc:docChgLst>
  <pc:docChgLst>
    <pc:chgData name="Jaynithi M" userId="S::jaynithi.m2021@vitstudent.ac.in::2a78ba5c-37d9-4d63-b27a-317425fe8f2a" providerId="AD" clId="Web-{6351CAAF-20B4-3538-1A60-002567ED9252}"/>
    <pc:docChg chg="addSld">
      <pc:chgData name="Jaynithi M" userId="S::jaynithi.m2021@vitstudent.ac.in::2a78ba5c-37d9-4d63-b27a-317425fe8f2a" providerId="AD" clId="Web-{6351CAAF-20B4-3538-1A60-002567ED9252}" dt="2024-09-25T08:27:08.668" v="2"/>
      <pc:docMkLst>
        <pc:docMk/>
      </pc:docMkLst>
      <pc:sldChg chg="new">
        <pc:chgData name="Jaynithi M" userId="S::jaynithi.m2021@vitstudent.ac.in::2a78ba5c-37d9-4d63-b27a-317425fe8f2a" providerId="AD" clId="Web-{6351CAAF-20B4-3538-1A60-002567ED9252}" dt="2024-09-25T08:24:40.554" v="0"/>
        <pc:sldMkLst>
          <pc:docMk/>
          <pc:sldMk cId="2183655023" sldId="710"/>
        </pc:sldMkLst>
      </pc:sldChg>
      <pc:sldChg chg="new">
        <pc:chgData name="Jaynithi M" userId="S::jaynithi.m2021@vitstudent.ac.in::2a78ba5c-37d9-4d63-b27a-317425fe8f2a" providerId="AD" clId="Web-{6351CAAF-20B4-3538-1A60-002567ED9252}" dt="2024-09-25T08:27:08.449" v="1"/>
        <pc:sldMkLst>
          <pc:docMk/>
          <pc:sldMk cId="1576837416" sldId="711"/>
        </pc:sldMkLst>
      </pc:sldChg>
      <pc:sldChg chg="new">
        <pc:chgData name="Jaynithi M" userId="S::jaynithi.m2021@vitstudent.ac.in::2a78ba5c-37d9-4d63-b27a-317425fe8f2a" providerId="AD" clId="Web-{6351CAAF-20B4-3538-1A60-002567ED9252}" dt="2024-09-25T08:27:08.668" v="2"/>
        <pc:sldMkLst>
          <pc:docMk/>
          <pc:sldMk cId="3589336939" sldId="71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FAD05F-53B0-48A3-A26A-234D03F63CA2}" type="datetimeFigureOut">
              <a:rPr lang="en-IN" smtClean="0"/>
              <a:t>20-11-2024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0A739B-F00D-4C0E-AFD1-E8B9FF68A473}" type="slidenum">
              <a:rPr lang="en-IN" smtClean="0"/>
              <a:t>‹#›</a:t>
            </a:fld>
            <a:endParaRPr lang="en-IN"/>
          </a:p>
        </p:txBody>
      </p:sp>
    </p:spTree>
    <p:extLst>
      <p:ext uri="{BB962C8B-B14F-4D97-AF65-F5344CB8AC3E}">
        <p14:creationId xmlns:p14="http://schemas.microsoft.com/office/powerpoint/2010/main" val="1749089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0276DE7D-5BF9-462A-88A8-AF83DF48CD51}" type="datetimeFigureOut">
              <a:rPr lang="en-US" smtClean="0"/>
              <a:pPr/>
              <a:t>11/20/2024</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47409754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72469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4806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158598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68902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446293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3986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256341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108458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93494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70451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770831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825145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804240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9090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840208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26418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76DE7D-5BF9-462A-88A8-AF83DF48CD51}" type="datetimeFigureOut">
              <a:rPr lang="en-US" smtClean="0"/>
              <a:pPr/>
              <a:t>11/20/2024</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FFEA6D-D485-41AB-8459-9215472A1970}" type="slidenum">
              <a:rPr lang="en-US" smtClean="0"/>
              <a:pPr/>
              <a:t>‹#›</a:t>
            </a:fld>
            <a:endParaRPr lang="en-US"/>
          </a:p>
        </p:txBody>
      </p:sp>
    </p:spTree>
    <p:extLst>
      <p:ext uri="{BB962C8B-B14F-4D97-AF65-F5344CB8AC3E}">
        <p14:creationId xmlns:p14="http://schemas.microsoft.com/office/powerpoint/2010/main" val="3478499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os.mbed.com/users/rlanghbv/code/KeypadLib/shortlo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66253" y="1717952"/>
            <a:ext cx="11859493" cy="3435936"/>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6" name="Rounded Rectangle 5"/>
          <p:cNvSpPr/>
          <p:nvPr/>
        </p:nvSpPr>
        <p:spPr>
          <a:xfrm>
            <a:off x="166260" y="228598"/>
            <a:ext cx="11873345" cy="6400800"/>
          </a:xfrm>
          <a:prstGeom prst="round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effectLst>
                <a:glow rad="101600">
                  <a:schemeClr val="bg1">
                    <a:lumMod val="95000"/>
                    <a:lumOff val="5000"/>
                    <a:alpha val="60000"/>
                  </a:schemeClr>
                </a:glow>
              </a:effectLst>
            </a:endParaRPr>
          </a:p>
        </p:txBody>
      </p:sp>
      <p:sp>
        <p:nvSpPr>
          <p:cNvPr id="11" name="TextBox 10"/>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CA8BA71E-9BDB-44B9-91A8-92AD030EAE6B}" type="slidenum">
              <a:rPr lang="en-US" sz="1400" b="1" smtClean="0">
                <a:solidFill>
                  <a:schemeClr val="bg1"/>
                </a:solidFill>
                <a:latin typeface="Century Gothic" panose="020B0502020202020204" pitchFamily="34" charset="0"/>
              </a:rPr>
              <a:t>1</a:t>
            </a:fld>
            <a:endParaRPr lang="en-US" sz="1400" b="1">
              <a:solidFill>
                <a:schemeClr val="bg1"/>
              </a:solidFill>
              <a:latin typeface="Century Gothic" panose="020B0502020202020204" pitchFamily="34" charset="0"/>
            </a:endParaRPr>
          </a:p>
        </p:txBody>
      </p:sp>
      <p:sp>
        <p:nvSpPr>
          <p:cNvPr id="2" name="Slide Number Placeholder 1"/>
          <p:cNvSpPr>
            <a:spLocks noGrp="1"/>
          </p:cNvSpPr>
          <p:nvPr>
            <p:ph type="sldNum" sz="quarter" idx="12"/>
          </p:nvPr>
        </p:nvSpPr>
        <p:spPr/>
        <p:txBody>
          <a:bodyPr/>
          <a:lstStyle/>
          <a:p>
            <a:fld id="{70FFEA6D-D485-41AB-8459-9215472A1970}" type="slidenum">
              <a:rPr lang="en-US" smtClean="0"/>
              <a:pPr/>
              <a:t>1</a:t>
            </a:fld>
            <a:endParaRPr lang="en-US"/>
          </a:p>
        </p:txBody>
      </p:sp>
      <p:sp>
        <p:nvSpPr>
          <p:cNvPr id="5" name="Flowchart: Alternate Process 4">
            <a:extLst>
              <a:ext uri="{FF2B5EF4-FFF2-40B4-BE49-F238E27FC236}">
                <a16:creationId xmlns:a16="http://schemas.microsoft.com/office/drawing/2014/main" id="{B3E39B4A-2291-34B6-00D7-34DF6FA69670}"/>
              </a:ext>
            </a:extLst>
          </p:cNvPr>
          <p:cNvSpPr/>
          <p:nvPr/>
        </p:nvSpPr>
        <p:spPr>
          <a:xfrm>
            <a:off x="692731" y="2434647"/>
            <a:ext cx="10820400" cy="2719241"/>
          </a:xfrm>
          <a:prstGeom prst="flowChartAlternateProcess">
            <a:avLst/>
          </a:prstGeom>
          <a:solidFill>
            <a:schemeClr val="bg1"/>
          </a:solidFill>
          <a:ln w="28575">
            <a:solidFill>
              <a:schemeClr val="accent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6000" b="1">
                <a:ln w="12700">
                  <a:solidFill>
                    <a:schemeClr val="accent5"/>
                  </a:solidFill>
                  <a:prstDash val="solid"/>
                </a:ln>
                <a:pattFill prst="ltDnDiag">
                  <a:fgClr>
                    <a:schemeClr val="accent5">
                      <a:lumMod val="60000"/>
                      <a:lumOff val="40000"/>
                    </a:schemeClr>
                  </a:fgClr>
                  <a:bgClr>
                    <a:schemeClr val="bg1"/>
                  </a:bgClr>
                </a:pattFill>
                <a:latin typeface="Century Gothic" panose="020B0502020202020204" pitchFamily="34" charset="0"/>
              </a:rPr>
              <a:t>LAB-10</a:t>
            </a:r>
          </a:p>
          <a:p>
            <a:pPr algn="ctr"/>
            <a:r>
              <a:rPr lang="en-US" sz="4800" b="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Century Gothic" panose="020B0502020202020204" pitchFamily="34" charset="0"/>
                <a:cs typeface="Narkisim" pitchFamily="34" charset="-79"/>
              </a:rPr>
              <a:t>WORKING WITH KEYPAD</a:t>
            </a:r>
          </a:p>
        </p:txBody>
      </p:sp>
      <p:sp>
        <p:nvSpPr>
          <p:cNvPr id="8" name="TextBox 7">
            <a:extLst>
              <a:ext uri="{FF2B5EF4-FFF2-40B4-BE49-F238E27FC236}">
                <a16:creationId xmlns:a16="http://schemas.microsoft.com/office/drawing/2014/main" id="{1DBB2620-27EA-71EE-96B7-CE34699AE967}"/>
              </a:ext>
            </a:extLst>
          </p:cNvPr>
          <p:cNvSpPr txBox="1"/>
          <p:nvPr/>
        </p:nvSpPr>
        <p:spPr>
          <a:xfrm>
            <a:off x="692731" y="1525720"/>
            <a:ext cx="11009118" cy="707886"/>
          </a:xfrm>
          <a:prstGeom prst="rect">
            <a:avLst/>
          </a:prstGeom>
          <a:noFill/>
        </p:spPr>
        <p:txBody>
          <a:bodyPr wrap="square" rtlCol="0">
            <a:spAutoFit/>
          </a:bodyPr>
          <a:lstStyle/>
          <a:p>
            <a:pPr algn="ctr"/>
            <a:r>
              <a:rPr lang="en-US" sz="40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entury Gothic" panose="020B0502020202020204" pitchFamily="34" charset="0"/>
              </a:rPr>
              <a:t>BECE403E-Embedded System Design Lab</a:t>
            </a:r>
          </a:p>
        </p:txBody>
      </p:sp>
    </p:spTree>
    <p:extLst>
      <p:ext uri="{BB962C8B-B14F-4D97-AF65-F5344CB8AC3E}">
        <p14:creationId xmlns:p14="http://schemas.microsoft.com/office/powerpoint/2010/main" val="1682107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KEYPAD</a:t>
            </a:r>
            <a:endPar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endParaRPr>
          </a:p>
        </p:txBody>
      </p:sp>
      <p:sp>
        <p:nvSpPr>
          <p:cNvPr id="8" name="TextBox 7"/>
          <p:cNvSpPr txBox="1"/>
          <p:nvPr/>
        </p:nvSpPr>
        <p:spPr>
          <a:xfrm>
            <a:off x="216859" y="1083073"/>
            <a:ext cx="11745907" cy="5262979"/>
          </a:xfrm>
          <a:prstGeom prst="rect">
            <a:avLst/>
          </a:prstGeom>
          <a:noFill/>
        </p:spPr>
        <p:txBody>
          <a:bodyPr wrap="square" rtlCol="0">
            <a:spAutoFit/>
          </a:bodyPr>
          <a:lstStyle/>
          <a:p>
            <a:pPr marL="457200" indent="-457200" algn="just">
              <a:buClr>
                <a:srgbClr val="DD9D31">
                  <a:lumMod val="75000"/>
                </a:srgbClr>
              </a:buClr>
              <a:buFont typeface="Wingdings" panose="05000000000000000000" pitchFamily="2" charset="2"/>
              <a:buChar char="q"/>
            </a:pPr>
            <a:r>
              <a:rPr lang="en-IN" sz="2400">
                <a:solidFill>
                  <a:prstClr val="black"/>
                </a:solidFill>
                <a:latin typeface="Tw Cen MT" panose="020B0602020104020603" pitchFamily="34" charset="0"/>
                <a:cs typeface="Segoe UI" panose="020B0502040204020203" pitchFamily="34" charset="0"/>
              </a:rPr>
              <a:t>Keypads are input devices that are being widely used in many embedded system applications including </a:t>
            </a:r>
            <a:r>
              <a:rPr lang="en-IN" sz="2400">
                <a:solidFill>
                  <a:srgbClr val="C00000"/>
                </a:solidFill>
                <a:latin typeface="Tw Cen MT" panose="020B0602020104020603" pitchFamily="34" charset="0"/>
                <a:cs typeface="Segoe UI" panose="020B0502040204020203" pitchFamily="34" charset="0"/>
              </a:rPr>
              <a:t>ATM machines, door locks, and vending machines etc.,. </a:t>
            </a:r>
          </a:p>
          <a:p>
            <a:pPr marL="457200" indent="-457200" algn="just">
              <a:buClr>
                <a:srgbClr val="DD9D31">
                  <a:lumMod val="75000"/>
                </a:srgbClr>
              </a:buClr>
              <a:buFont typeface="Wingdings" panose="05000000000000000000" pitchFamily="2" charset="2"/>
              <a:buChar char="q"/>
            </a:pPr>
            <a:endParaRPr lang="en-IN" sz="2400">
              <a:solidFill>
                <a:prstClr val="black"/>
              </a:solidFill>
              <a:latin typeface="Tw Cen MT" panose="020B0602020104020603" pitchFamily="34" charset="0"/>
              <a:cs typeface="Segoe UI" panose="020B0502040204020203" pitchFamily="34" charset="0"/>
            </a:endParaRPr>
          </a:p>
          <a:p>
            <a:pPr marL="457200" indent="-457200" algn="just">
              <a:buClr>
                <a:srgbClr val="DD9D31">
                  <a:lumMod val="75000"/>
                </a:srgbClr>
              </a:buClr>
              <a:buFont typeface="Wingdings" panose="05000000000000000000" pitchFamily="2" charset="2"/>
              <a:buChar char="q"/>
            </a:pPr>
            <a:r>
              <a:rPr lang="en-IN" sz="2400">
                <a:solidFill>
                  <a:prstClr val="black"/>
                </a:solidFill>
                <a:latin typeface="Tw Cen MT" panose="020B0602020104020603" pitchFamily="34" charset="0"/>
                <a:cs typeface="Segoe UI" panose="020B0502040204020203" pitchFamily="34" charset="0"/>
              </a:rPr>
              <a:t>Keypads are used to take input from the user as numbers or characters for further processing such as </a:t>
            </a:r>
            <a:r>
              <a:rPr lang="en-IN" sz="2400">
                <a:solidFill>
                  <a:srgbClr val="C00000"/>
                </a:solidFill>
                <a:latin typeface="Tw Cen MT" panose="020B0602020104020603" pitchFamily="34" charset="0"/>
                <a:cs typeface="Segoe UI" panose="020B0502040204020203" pitchFamily="34" charset="0"/>
              </a:rPr>
              <a:t>password, menu selection and navigating among different options. </a:t>
            </a:r>
          </a:p>
          <a:p>
            <a:pPr marL="457200" indent="-457200" algn="just">
              <a:buClr>
                <a:srgbClr val="DD9D31">
                  <a:lumMod val="75000"/>
                </a:srgbClr>
              </a:buClr>
              <a:buFont typeface="Wingdings" panose="05000000000000000000" pitchFamily="2" charset="2"/>
              <a:buChar char="q"/>
            </a:pPr>
            <a:endParaRPr lang="en-IN" sz="2400">
              <a:solidFill>
                <a:srgbClr val="C00000"/>
              </a:solidFill>
              <a:latin typeface="Tw Cen MT" panose="020B0602020104020603" pitchFamily="34" charset="0"/>
              <a:cs typeface="Segoe UI" panose="020B0502040204020203" pitchFamily="34" charset="0"/>
            </a:endParaRPr>
          </a:p>
          <a:p>
            <a:pPr marL="457200" indent="-457200" algn="just">
              <a:buClr>
                <a:srgbClr val="DD9D31">
                  <a:lumMod val="75000"/>
                </a:srgbClr>
              </a:buClr>
              <a:buFont typeface="Wingdings" panose="05000000000000000000" pitchFamily="2" charset="2"/>
              <a:buChar char="q"/>
            </a:pPr>
            <a:r>
              <a:rPr lang="en-IN" sz="2400">
                <a:solidFill>
                  <a:srgbClr val="C00000"/>
                </a:solidFill>
                <a:latin typeface="Tw Cen MT" panose="020B0602020104020603" pitchFamily="34" charset="0"/>
                <a:cs typeface="Segoe UI" panose="020B0502040204020203" pitchFamily="34" charset="0"/>
              </a:rPr>
              <a:t>One of the most commonly used keypads is the matrix keypad with </a:t>
            </a:r>
            <a:r>
              <a:rPr lang="en-IN" sz="2400">
                <a:solidFill>
                  <a:prstClr val="black"/>
                </a:solidFill>
                <a:latin typeface="Tw Cen MT" panose="020B0602020104020603" pitchFamily="34" charset="0"/>
                <a:cs typeface="Segoe UI" panose="020B0502040204020203" pitchFamily="34" charset="0"/>
              </a:rPr>
              <a:t>4×4 or 4×3 buttons. The matrix keypad consists of </a:t>
            </a:r>
            <a:r>
              <a:rPr lang="en-IN" sz="2400">
                <a:solidFill>
                  <a:srgbClr val="C00000"/>
                </a:solidFill>
                <a:latin typeface="Tw Cen MT" panose="020B0602020104020603" pitchFamily="34" charset="0"/>
                <a:cs typeface="Segoe UI" panose="020B0502040204020203" pitchFamily="34" charset="0"/>
              </a:rPr>
              <a:t>pushbutton that are connected to the row and column lines.</a:t>
            </a:r>
          </a:p>
          <a:p>
            <a:pPr marL="457200" indent="-457200" algn="just">
              <a:buClr>
                <a:srgbClr val="DD9D31">
                  <a:lumMod val="75000"/>
                </a:srgbClr>
              </a:buClr>
              <a:buFont typeface="Wingdings" panose="05000000000000000000" pitchFamily="2" charset="2"/>
              <a:buChar char="q"/>
            </a:pPr>
            <a:endParaRPr lang="en-IN" sz="2400">
              <a:solidFill>
                <a:prstClr val="black"/>
              </a:solidFill>
              <a:latin typeface="Tw Cen MT" panose="020B0602020104020603" pitchFamily="34" charset="0"/>
              <a:cs typeface="Segoe UI" panose="020B0502040204020203" pitchFamily="34" charset="0"/>
            </a:endParaRPr>
          </a:p>
          <a:p>
            <a:pPr marL="457200" indent="-457200" algn="just">
              <a:buClr>
                <a:srgbClr val="DD9D31">
                  <a:lumMod val="75000"/>
                </a:srgbClr>
              </a:buClr>
              <a:buFont typeface="Wingdings" panose="05000000000000000000" pitchFamily="2" charset="2"/>
              <a:buChar char="q"/>
            </a:pPr>
            <a:r>
              <a:rPr lang="en-IN" sz="2400">
                <a:solidFill>
                  <a:srgbClr val="C00000"/>
                </a:solidFill>
                <a:latin typeface="Tw Cen MT" panose="020B0602020104020603" pitchFamily="34" charset="0"/>
                <a:cs typeface="Segoe UI" panose="020B0502040204020203" pitchFamily="34" charset="0"/>
              </a:rPr>
              <a:t>There is one pin for each column and one pin for each row. </a:t>
            </a:r>
            <a:r>
              <a:rPr lang="en-IN" sz="2400">
                <a:solidFill>
                  <a:prstClr val="black"/>
                </a:solidFill>
                <a:latin typeface="Tw Cen MT" panose="020B0602020104020603" pitchFamily="34" charset="0"/>
                <a:cs typeface="Segoe UI" panose="020B0502040204020203" pitchFamily="34" charset="0"/>
              </a:rPr>
              <a:t>So the 4×4 keypad has 4+4=8 pins, while the 4×3 keypad has 4+3=7 pins.</a:t>
            </a:r>
          </a:p>
          <a:p>
            <a:pPr marL="457200" indent="-457200" algn="just">
              <a:buClr>
                <a:srgbClr val="DD9D31">
                  <a:lumMod val="75000"/>
                </a:srgbClr>
              </a:buClr>
              <a:buFont typeface="Wingdings" panose="05000000000000000000" pitchFamily="2" charset="2"/>
              <a:buChar char="q"/>
            </a:pPr>
            <a:endParaRPr lang="en-IN" sz="2400">
              <a:solidFill>
                <a:prstClr val="black"/>
              </a:solidFill>
              <a:latin typeface="Tw Cen MT" panose="020B0602020104020603" pitchFamily="34" charset="0"/>
              <a:cs typeface="Segoe UI" panose="020B0502040204020203" pitchFamily="34" charset="0"/>
            </a:endParaRPr>
          </a:p>
          <a:p>
            <a:pPr marL="457200" indent="-457200" algn="just">
              <a:buClr>
                <a:srgbClr val="DD9D31">
                  <a:lumMod val="75000"/>
                </a:srgbClr>
              </a:buClr>
              <a:buFont typeface="Wingdings" panose="05000000000000000000" pitchFamily="2" charset="2"/>
              <a:buChar char="q"/>
            </a:pPr>
            <a:r>
              <a:rPr lang="en-IN" sz="2400">
                <a:solidFill>
                  <a:prstClr val="black"/>
                </a:solidFill>
                <a:latin typeface="Tw Cen MT" panose="020B0602020104020603" pitchFamily="34" charset="0"/>
                <a:cs typeface="Segoe UI" panose="020B0502040204020203" pitchFamily="34" charset="0"/>
              </a:rPr>
              <a:t>The </a:t>
            </a:r>
            <a:r>
              <a:rPr lang="en-IN" sz="2400">
                <a:solidFill>
                  <a:srgbClr val="C00000"/>
                </a:solidFill>
                <a:latin typeface="Tw Cen MT" panose="020B0602020104020603" pitchFamily="34" charset="0"/>
                <a:cs typeface="Segoe UI" panose="020B0502040204020203" pitchFamily="34" charset="0"/>
              </a:rPr>
              <a:t>column pins (Col 1–Col4) are connected to the microcontroller as the inputs </a:t>
            </a:r>
            <a:r>
              <a:rPr lang="en-IN" sz="2400">
                <a:solidFill>
                  <a:prstClr val="black"/>
                </a:solidFill>
                <a:latin typeface="Tw Cen MT" panose="020B0602020104020603" pitchFamily="34" charset="0"/>
                <a:cs typeface="Segoe UI" panose="020B0502040204020203" pitchFamily="34" charset="0"/>
              </a:rPr>
              <a:t>pins and the </a:t>
            </a:r>
            <a:r>
              <a:rPr lang="en-IN" sz="2400">
                <a:solidFill>
                  <a:srgbClr val="C00000"/>
                </a:solidFill>
                <a:latin typeface="Tw Cen MT" panose="020B0602020104020603" pitchFamily="34" charset="0"/>
                <a:cs typeface="Segoe UI" panose="020B0502040204020203" pitchFamily="34" charset="0"/>
              </a:rPr>
              <a:t>rows pins (Row 1–Row 4) are connected to the output pins </a:t>
            </a:r>
            <a:r>
              <a:rPr lang="en-IN" sz="2400">
                <a:solidFill>
                  <a:prstClr val="black"/>
                </a:solidFill>
                <a:latin typeface="Tw Cen MT" panose="020B0602020104020603" pitchFamily="34" charset="0"/>
                <a:cs typeface="Segoe UI" panose="020B0502040204020203" pitchFamily="34" charset="0"/>
              </a:rPr>
              <a:t>of the microcontroller.</a:t>
            </a:r>
            <a:endParaRPr lang="en-IN" sz="2400">
              <a:solidFill>
                <a:srgbClr val="C00000"/>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9" name="TextBox 8"/>
          <p:cNvSpPr txBox="1"/>
          <p:nvPr/>
        </p:nvSpPr>
        <p:spPr>
          <a:xfrm>
            <a:off x="46422" y="6588542"/>
            <a:ext cx="1152736"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LAB-10</a:t>
            </a:r>
          </a:p>
        </p:txBody>
      </p:sp>
      <p:sp>
        <p:nvSpPr>
          <p:cNvPr id="13" name="TextBox 12"/>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spTree>
    <p:extLst>
      <p:ext uri="{BB962C8B-B14F-4D97-AF65-F5344CB8AC3E}">
        <p14:creationId xmlns:p14="http://schemas.microsoft.com/office/powerpoint/2010/main" val="630208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KEYPAD</a:t>
            </a:r>
            <a:endPar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9" name="TextBox 8"/>
          <p:cNvSpPr txBox="1"/>
          <p:nvPr/>
        </p:nvSpPr>
        <p:spPr>
          <a:xfrm>
            <a:off x="46422" y="6588542"/>
            <a:ext cx="1152736"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LAB-10</a:t>
            </a:r>
          </a:p>
        </p:txBody>
      </p:sp>
      <p:sp>
        <p:nvSpPr>
          <p:cNvPr id="13" name="TextBox 12"/>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pic>
        <p:nvPicPr>
          <p:cNvPr id="3076" name="Picture 4" descr="4x3 Keypad and 4x4 Keypad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158" y="1403579"/>
            <a:ext cx="4483582" cy="456110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6511637" y="1896022"/>
            <a:ext cx="4923412" cy="4001460"/>
          </a:xfrm>
          <a:prstGeom prst="rect">
            <a:avLst/>
          </a:prstGeom>
        </p:spPr>
      </p:pic>
      <p:sp>
        <p:nvSpPr>
          <p:cNvPr id="4" name="Rectangle 3"/>
          <p:cNvSpPr/>
          <p:nvPr/>
        </p:nvSpPr>
        <p:spPr>
          <a:xfrm>
            <a:off x="7348988" y="1403579"/>
            <a:ext cx="3248710" cy="369332"/>
          </a:xfrm>
          <a:prstGeom prst="rect">
            <a:avLst/>
          </a:prstGeom>
        </p:spPr>
        <p:txBody>
          <a:bodyPr wrap="none">
            <a:spAutoFit/>
          </a:bodyPr>
          <a:lstStyle/>
          <a:p>
            <a:r>
              <a:rPr lang="en-IN" b="1">
                <a:solidFill>
                  <a:srgbClr val="C00000"/>
                </a:solidFill>
                <a:latin typeface="Tw Cen MT" panose="020B0602020104020603" pitchFamily="34" charset="0"/>
                <a:cs typeface="Segoe UI" panose="020B0502040204020203" pitchFamily="34" charset="0"/>
              </a:rPr>
              <a:t>Internal structure of 4x4 keypad</a:t>
            </a:r>
            <a:endParaRPr lang="en-IN" b="1"/>
          </a:p>
        </p:txBody>
      </p:sp>
    </p:spTree>
    <p:extLst>
      <p:ext uri="{BB962C8B-B14F-4D97-AF65-F5344CB8AC3E}">
        <p14:creationId xmlns:p14="http://schemas.microsoft.com/office/powerpoint/2010/main" val="73210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KEYPAD</a:t>
            </a:r>
          </a:p>
        </p:txBody>
      </p:sp>
      <p:sp>
        <p:nvSpPr>
          <p:cNvPr id="8" name="TextBox 7"/>
          <p:cNvSpPr txBox="1"/>
          <p:nvPr/>
        </p:nvSpPr>
        <p:spPr>
          <a:xfrm>
            <a:off x="997966" y="3872934"/>
            <a:ext cx="118771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kumimoji="0" lang="en-IN" sz="24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STEP-1</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pic>
        <p:nvPicPr>
          <p:cNvPr id="1026" name="Picture 2" descr="Arduino Keypad Tutorial - How the Keypad Works STEP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73" y="1093861"/>
            <a:ext cx="2643497" cy="26827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rduino Keypad Tutorial - How the Keypad Works STEP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3611" y="1789616"/>
            <a:ext cx="2646107" cy="26853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3971166" y="4523973"/>
            <a:ext cx="118771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kumimoji="0" lang="en-IN" sz="24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STEP-2</a:t>
            </a:r>
          </a:p>
        </p:txBody>
      </p:sp>
      <p:sp>
        <p:nvSpPr>
          <p:cNvPr id="15" name="TextBox 14"/>
          <p:cNvSpPr txBox="1"/>
          <p:nvPr/>
        </p:nvSpPr>
        <p:spPr>
          <a:xfrm>
            <a:off x="6865520" y="5470167"/>
            <a:ext cx="118771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kumimoji="0" lang="en-IN" sz="24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STEP-3</a:t>
            </a:r>
          </a:p>
        </p:txBody>
      </p:sp>
      <p:sp>
        <p:nvSpPr>
          <p:cNvPr id="16" name="TextBox 15"/>
          <p:cNvSpPr txBox="1"/>
          <p:nvPr/>
        </p:nvSpPr>
        <p:spPr>
          <a:xfrm>
            <a:off x="9684109" y="6193033"/>
            <a:ext cx="118771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kumimoji="0" lang="en-IN" sz="24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STEP-4</a:t>
            </a:r>
          </a:p>
        </p:txBody>
      </p:sp>
      <p:pic>
        <p:nvPicPr>
          <p:cNvPr id="2" name="Picture 1"/>
          <p:cNvPicPr>
            <a:picLocks noChangeAspect="1"/>
          </p:cNvPicPr>
          <p:nvPr/>
        </p:nvPicPr>
        <p:blipFill>
          <a:blip r:embed="rId4"/>
          <a:stretch>
            <a:fillRect/>
          </a:stretch>
        </p:blipFill>
        <p:spPr>
          <a:xfrm>
            <a:off x="10074763" y="1020095"/>
            <a:ext cx="1344487" cy="2621572"/>
          </a:xfrm>
          <a:prstGeom prst="rect">
            <a:avLst/>
          </a:prstGeom>
        </p:spPr>
      </p:pic>
      <p:sp>
        <p:nvSpPr>
          <p:cNvPr id="17" name="TextBox 16"/>
          <p:cNvSpPr txBox="1"/>
          <p:nvPr/>
        </p:nvSpPr>
        <p:spPr>
          <a:xfrm>
            <a:off x="46422" y="6588542"/>
            <a:ext cx="115273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MODULE-5</a:t>
            </a:r>
          </a:p>
        </p:txBody>
      </p:sp>
      <p:sp>
        <p:nvSpPr>
          <p:cNvPr id="18" name="TextBox 17"/>
          <p:cNvSpPr txBox="1"/>
          <p:nvPr/>
        </p:nvSpPr>
        <p:spPr>
          <a:xfrm>
            <a:off x="4211388" y="6587769"/>
            <a:ext cx="375685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BECE403E - EMBEDDED SYSTEM DESIGN</a:t>
            </a:r>
          </a:p>
        </p:txBody>
      </p:sp>
      <p:pic>
        <p:nvPicPr>
          <p:cNvPr id="3" name="Picture 2"/>
          <p:cNvPicPr>
            <a:picLocks noChangeAspect="1"/>
          </p:cNvPicPr>
          <p:nvPr/>
        </p:nvPicPr>
        <p:blipFill>
          <a:blip r:embed="rId5"/>
          <a:stretch>
            <a:fillRect/>
          </a:stretch>
        </p:blipFill>
        <p:spPr>
          <a:xfrm>
            <a:off x="5698944" y="2538794"/>
            <a:ext cx="2718519" cy="2668279"/>
          </a:xfrm>
          <a:prstGeom prst="rect">
            <a:avLst/>
          </a:prstGeom>
        </p:spPr>
      </p:pic>
      <p:pic>
        <p:nvPicPr>
          <p:cNvPr id="4" name="Picture 3"/>
          <p:cNvPicPr>
            <a:picLocks noChangeAspect="1"/>
          </p:cNvPicPr>
          <p:nvPr/>
        </p:nvPicPr>
        <p:blipFill>
          <a:blip r:embed="rId6"/>
          <a:stretch>
            <a:fillRect/>
          </a:stretch>
        </p:blipFill>
        <p:spPr>
          <a:xfrm>
            <a:off x="8818685" y="3713313"/>
            <a:ext cx="2429946" cy="2413564"/>
          </a:xfrm>
          <a:prstGeom prst="rect">
            <a:avLst/>
          </a:prstGeom>
        </p:spPr>
      </p:pic>
    </p:spTree>
    <p:extLst>
      <p:ext uri="{BB962C8B-B14F-4D97-AF65-F5344CB8AC3E}">
        <p14:creationId xmlns:p14="http://schemas.microsoft.com/office/powerpoint/2010/main" val="224965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fade">
                                      <p:cBhvr>
                                        <p:cTn id="17" dur="500"/>
                                        <p:tgtEl>
                                          <p:spTgt spid="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fade">
                                      <p:cBhvr>
                                        <p:cTn id="22"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KEYPAD</a:t>
            </a:r>
          </a:p>
        </p:txBody>
      </p:sp>
      <p:sp>
        <p:nvSpPr>
          <p:cNvPr id="8" name="TextBox 7"/>
          <p:cNvSpPr txBox="1"/>
          <p:nvPr/>
        </p:nvSpPr>
        <p:spPr>
          <a:xfrm>
            <a:off x="216859" y="1083073"/>
            <a:ext cx="11745907" cy="5078313"/>
          </a:xfrm>
          <a:prstGeom prst="rect">
            <a:avLst/>
          </a:prstGeom>
          <a:noFill/>
        </p:spPr>
        <p:txBody>
          <a:bodyPr wrap="square" rtlCol="0">
            <a:spAutoFit/>
          </a:bodyPr>
          <a:lstStyle/>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q"/>
              <a:tabLst/>
              <a:defRPr/>
            </a:pPr>
            <a:r>
              <a:rPr kumimoji="0" lang="en-IN" sz="24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The status of each switch is determined by </a:t>
            </a:r>
            <a:r>
              <a:rPr kumimoji="0" lang="en-IN" sz="24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Scanning the rows or columns. </a:t>
            </a:r>
            <a:r>
              <a:rPr kumimoji="0" lang="en-IN" sz="24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If low logic is given to all the Rows and high logic is given to each Column.</a:t>
            </a: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q"/>
              <a:tabLst/>
              <a:defRPr/>
            </a:pPr>
            <a:endParaRPr kumimoji="0" lang="en-IN" sz="12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q"/>
              <a:tabLst/>
              <a:defRPr/>
            </a:pPr>
            <a:r>
              <a:rPr kumimoji="0" lang="en-IN" sz="24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Keypad Scanning</a:t>
            </a:r>
          </a:p>
          <a:p>
            <a:pPr marL="914400" marR="0" lvl="1"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q"/>
              <a:tabLst/>
              <a:defRPr/>
            </a:pPr>
            <a:r>
              <a:rPr kumimoji="0" lang="en-IN" sz="22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Find Column number</a:t>
            </a: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When a switch/key is pressed, the corresponding row and column will get short, allowing current to flow between them. When the key ‘4’ is pressed, for instance, column 1 and row 2 are connected.</a:t>
            </a: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The output of the corresponding column goes to go low.</a:t>
            </a: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Since we have made all the rows zero so this gives the column number of the pressed key.</a:t>
            </a:r>
          </a:p>
          <a:p>
            <a:pPr marL="914400" marR="0" lvl="1"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q"/>
              <a:tabLst/>
              <a:defRPr/>
            </a:pPr>
            <a:endParaRPr kumimoji="0" lang="en-IN" sz="12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914400" marR="0" lvl="1"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q"/>
              <a:tabLst/>
              <a:defRPr/>
            </a:pPr>
            <a:r>
              <a:rPr kumimoji="0" lang="en-IN" sz="22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Find Row number</a:t>
            </a: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After the detection of the column number, the controller each row is one by one set to low</a:t>
            </a: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12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Then, microcontroller checks the column than any pin is changed to Low.</a:t>
            </a: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1371600" marR="0" lvl="2"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The row due to which the column gets low is the row number of the pressed key.</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9" name="TextBox 8"/>
          <p:cNvSpPr txBox="1"/>
          <p:nvPr/>
        </p:nvSpPr>
        <p:spPr>
          <a:xfrm>
            <a:off x="46422" y="6588542"/>
            <a:ext cx="115273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solidFill>
                  <a:srgbClr val="663300"/>
                </a:solidFill>
                <a:latin typeface="Century Gothic" panose="020B0502020202020204" pitchFamily="34" charset="0"/>
              </a:rPr>
              <a:t>LAB-10</a:t>
            </a:r>
            <a:endPar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endParaRPr>
          </a:p>
        </p:txBody>
      </p:sp>
      <p:sp>
        <p:nvSpPr>
          <p:cNvPr id="13" name="TextBox 12"/>
          <p:cNvSpPr txBox="1"/>
          <p:nvPr/>
        </p:nvSpPr>
        <p:spPr>
          <a:xfrm>
            <a:off x="4211388" y="6587769"/>
            <a:ext cx="375685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BECE403E - EMBEDDED SYSTEM DESIGN</a:t>
            </a:r>
          </a:p>
        </p:txBody>
      </p:sp>
    </p:spTree>
    <p:extLst>
      <p:ext uri="{BB962C8B-B14F-4D97-AF65-F5344CB8AC3E}">
        <p14:creationId xmlns:p14="http://schemas.microsoft.com/office/powerpoint/2010/main" val="57826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6" end="16"/>
                                            </p:txEl>
                                          </p:spTgt>
                                        </p:tgtEl>
                                        <p:attrNameLst>
                                          <p:attrName>style.visibility</p:attrName>
                                        </p:attrNameLst>
                                      </p:cBhvr>
                                      <p:to>
                                        <p:strVal val="visible"/>
                                      </p:to>
                                    </p:set>
                                    <p:animEffect transition="in" filter="fade">
                                      <p:cBhvr>
                                        <p:cTn id="12" dur="500"/>
                                        <p:tgtEl>
                                          <p:spTgt spid="8">
                                            <p:txEl>
                                              <p:pRg st="16"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6" end="6"/>
                                            </p:txEl>
                                          </p:spTgt>
                                        </p:tgtEl>
                                        <p:attrNameLst>
                                          <p:attrName>style.visibility</p:attrName>
                                        </p:attrNameLst>
                                      </p:cBhvr>
                                      <p:to>
                                        <p:strVal val="visible"/>
                                      </p:to>
                                    </p:set>
                                    <p:animEffect transition="in" filter="fade">
                                      <p:cBhvr>
                                        <p:cTn id="32" dur="500"/>
                                        <p:tgtEl>
                                          <p:spTgt spid="8">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animEffect transition="in" filter="fade">
                                      <p:cBhvr>
                                        <p:cTn id="37" dur="500"/>
                                        <p:tgtEl>
                                          <p:spTgt spid="8">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10" end="10"/>
                                            </p:txEl>
                                          </p:spTgt>
                                        </p:tgtEl>
                                        <p:attrNameLst>
                                          <p:attrName>style.visibility</p:attrName>
                                        </p:attrNameLst>
                                      </p:cBhvr>
                                      <p:to>
                                        <p:strVal val="visible"/>
                                      </p:to>
                                    </p:set>
                                    <p:animEffect transition="in" filter="fade">
                                      <p:cBhvr>
                                        <p:cTn id="42" dur="500"/>
                                        <p:tgtEl>
                                          <p:spTgt spid="8">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12" end="12"/>
                                            </p:txEl>
                                          </p:spTgt>
                                        </p:tgtEl>
                                        <p:attrNameLst>
                                          <p:attrName>style.visibility</p:attrName>
                                        </p:attrNameLst>
                                      </p:cBhvr>
                                      <p:to>
                                        <p:strVal val="visible"/>
                                      </p:to>
                                    </p:set>
                                    <p:animEffect transition="in" filter="fade">
                                      <p:cBhvr>
                                        <p:cTn id="47" dur="500"/>
                                        <p:tgtEl>
                                          <p:spTgt spid="8">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14" end="14"/>
                                            </p:txEl>
                                          </p:spTgt>
                                        </p:tgtEl>
                                        <p:attrNameLst>
                                          <p:attrName>style.visibility</p:attrName>
                                        </p:attrNameLst>
                                      </p:cBhvr>
                                      <p:to>
                                        <p:strVal val="visible"/>
                                      </p:to>
                                    </p:set>
                                    <p:animEffect transition="in" filter="fade">
                                      <p:cBhvr>
                                        <p:cTn id="52" dur="500"/>
                                        <p:tgtEl>
                                          <p:spTgt spid="8">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lvl="0" algn="ctr">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KEYPAD</a:t>
            </a:r>
          </a:p>
        </p:txBody>
      </p:sp>
      <p:sp>
        <p:nvSpPr>
          <p:cNvPr id="8" name="TextBox 7"/>
          <p:cNvSpPr txBox="1"/>
          <p:nvPr/>
        </p:nvSpPr>
        <p:spPr>
          <a:xfrm>
            <a:off x="216859" y="1054746"/>
            <a:ext cx="11745907" cy="3170099"/>
          </a:xfrm>
          <a:prstGeom prst="rect">
            <a:avLst/>
          </a:prstGeom>
          <a:noFill/>
        </p:spPr>
        <p:txBody>
          <a:bodyPr wrap="square" rtlCol="0">
            <a:spAutoFit/>
          </a:bodyPr>
          <a:lstStyle/>
          <a:p>
            <a:pPr marL="457200" indent="-457200" algn="just">
              <a:buClr>
                <a:srgbClr val="DD9D31">
                  <a:lumMod val="75000"/>
                </a:srgbClr>
              </a:buClr>
              <a:buFont typeface="Wingdings" panose="05000000000000000000" pitchFamily="2" charset="2"/>
              <a:buChar char="Ø"/>
              <a:defRPr/>
            </a:pPr>
            <a:r>
              <a:rPr lang="en-IN" sz="2400">
                <a:solidFill>
                  <a:srgbClr val="C00000"/>
                </a:solidFill>
                <a:latin typeface="Tw Cen MT" panose="020B0602020104020603" pitchFamily="34" charset="0"/>
                <a:cs typeface="Segoe UI" panose="020B0502040204020203" pitchFamily="34" charset="0"/>
              </a:rPr>
              <a:t>#include “</a:t>
            </a:r>
            <a:r>
              <a:rPr lang="en-IN" sz="2400" err="1">
                <a:solidFill>
                  <a:srgbClr val="C00000"/>
                </a:solidFill>
                <a:latin typeface="Tw Cen MT" panose="020B0602020104020603" pitchFamily="34" charset="0"/>
                <a:cs typeface="Segoe UI" panose="020B0502040204020203" pitchFamily="34" charset="0"/>
              </a:rPr>
              <a:t>keypad.h</a:t>
            </a:r>
            <a:r>
              <a:rPr lang="en-IN" sz="2400">
                <a:solidFill>
                  <a:srgbClr val="C00000"/>
                </a:solidFill>
                <a:latin typeface="Tw Cen MT" panose="020B0602020104020603" pitchFamily="34" charset="0"/>
                <a:cs typeface="Segoe UI" panose="020B0502040204020203" pitchFamily="34" charset="0"/>
              </a:rPr>
              <a:t>” </a:t>
            </a:r>
            <a:r>
              <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is a </a:t>
            </a:r>
            <a:r>
              <a:rPr kumimoji="0" lang="en-IN" sz="2400" b="0" i="0" u="none" strike="noStrike" kern="1200" cap="none" spc="0" normalizeH="0" baseline="0" noProof="0" err="1">
                <a:ln>
                  <a:noFill/>
                </a:ln>
                <a:solidFill>
                  <a:prstClr val="black"/>
                </a:solidFill>
                <a:effectLst/>
                <a:uLnTx/>
                <a:uFillTx/>
                <a:latin typeface="Tw Cen MT" panose="020B0602020104020603" pitchFamily="34" charset="0"/>
                <a:cs typeface="Segoe UI" panose="020B0502040204020203" pitchFamily="34" charset="0"/>
              </a:rPr>
              <a:t>mbed</a:t>
            </a:r>
            <a:r>
              <a:rPr kumimoji="0" lang="en-IN" sz="2400" b="0" i="0" u="none" strike="noStrike" kern="1200" cap="none" spc="0" normalizeH="0" noProof="0">
                <a:ln>
                  <a:noFill/>
                </a:ln>
                <a:solidFill>
                  <a:prstClr val="black"/>
                </a:solidFill>
                <a:effectLst/>
                <a:uLnTx/>
                <a:uFillTx/>
                <a:latin typeface="Tw Cen MT" panose="020B0602020104020603" pitchFamily="34" charset="0"/>
                <a:cs typeface="Segoe UI" panose="020B0502040204020203" pitchFamily="34" charset="0"/>
              </a:rPr>
              <a:t> </a:t>
            </a:r>
            <a:r>
              <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library for using 4x4</a:t>
            </a:r>
            <a:r>
              <a:rPr kumimoji="0" lang="en-IN" sz="2400" b="0" i="0" u="none" strike="noStrike" kern="1200" cap="none" spc="0" normalizeH="0" noProof="0">
                <a:ln>
                  <a:noFill/>
                </a:ln>
                <a:solidFill>
                  <a:prstClr val="black"/>
                </a:solidFill>
                <a:effectLst/>
                <a:uLnTx/>
                <a:uFillTx/>
                <a:latin typeface="Tw Cen MT" panose="020B0602020104020603" pitchFamily="34" charset="0"/>
                <a:cs typeface="Segoe UI" panose="020B0502040204020203" pitchFamily="34" charset="0"/>
              </a:rPr>
              <a:t> </a:t>
            </a:r>
            <a:r>
              <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matrix style keypads with the STM32 Nucleo and supports multiple keypresses. </a:t>
            </a:r>
          </a:p>
          <a:p>
            <a:pPr marL="457200" lvl="0" indent="-457200" algn="just">
              <a:buClr>
                <a:srgbClr val="DD9D31">
                  <a:lumMod val="75000"/>
                </a:srgbClr>
              </a:buClr>
              <a:buFont typeface="Wingdings" panose="05000000000000000000" pitchFamily="2" charset="2"/>
              <a:buChar char="Ø"/>
              <a:defRPr/>
            </a:pPr>
            <a:endParaRPr lang="en-IN" sz="8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defRPr/>
            </a:pPr>
            <a:r>
              <a:rPr kumimoji="0" lang="en-IN" sz="2400" b="0" i="0" u="none" strike="noStrike" kern="1200" cap="none" spc="0" normalizeH="0" baseline="0" noProof="0">
                <a:ln>
                  <a:noFill/>
                </a:ln>
                <a:solidFill>
                  <a:schemeClr val="bg1"/>
                </a:solidFill>
                <a:effectLst/>
                <a:uLnTx/>
                <a:uFillTx/>
                <a:latin typeface="Tw Cen MT" panose="020B0602020104020603" pitchFamily="34" charset="0"/>
                <a:cs typeface="Segoe UI" panose="020B0502040204020203" pitchFamily="34" charset="0"/>
              </a:rPr>
              <a:t>Default</a:t>
            </a:r>
            <a:r>
              <a:rPr kumimoji="0" lang="en-IN" sz="2400" b="0" i="0" u="none" strike="noStrike" kern="1200" cap="none" spc="0" normalizeH="0" noProof="0">
                <a:ln>
                  <a:noFill/>
                </a:ln>
                <a:solidFill>
                  <a:schemeClr val="bg1"/>
                </a:solidFill>
                <a:effectLst/>
                <a:uLnTx/>
                <a:uFillTx/>
                <a:latin typeface="Tw Cen MT" panose="020B0602020104020603" pitchFamily="34" charset="0"/>
                <a:cs typeface="Segoe UI" panose="020B0502040204020203" pitchFamily="34" charset="0"/>
              </a:rPr>
              <a:t> keypad pin map is given below but </a:t>
            </a:r>
            <a:r>
              <a:rPr kumimoji="0" lang="en-IN" sz="2400" b="0" i="0" u="none" strike="noStrike" kern="1200" cap="none" spc="0" normalizeH="0" baseline="0" noProof="0">
                <a:ln>
                  <a:noFill/>
                </a:ln>
                <a:solidFill>
                  <a:srgbClr val="C00000"/>
                </a:solidFill>
                <a:effectLst/>
                <a:uLnTx/>
                <a:uFillTx/>
                <a:latin typeface="Tw Cen MT" panose="020B0602020104020603" pitchFamily="34" charset="0"/>
                <a:cs typeface="Segoe UI" panose="020B0502040204020203" pitchFamily="34" charset="0"/>
              </a:rPr>
              <a:t>pin map</a:t>
            </a:r>
            <a:r>
              <a:rPr kumimoji="0" lang="en-IN" sz="2400" b="0" i="0" u="none" strike="noStrike" kern="1200" cap="none" spc="0" normalizeH="0" noProof="0">
                <a:ln>
                  <a:noFill/>
                </a:ln>
                <a:solidFill>
                  <a:srgbClr val="C00000"/>
                </a:solidFill>
                <a:effectLst/>
                <a:uLnTx/>
                <a:uFillTx/>
                <a:latin typeface="Tw Cen MT" panose="020B0602020104020603" pitchFamily="34" charset="0"/>
                <a:cs typeface="Segoe UI" panose="020B0502040204020203" pitchFamily="34" charset="0"/>
              </a:rPr>
              <a:t> can be modified by editing the pin map details given in </a:t>
            </a:r>
            <a:r>
              <a:rPr lang="en-IN" sz="2400" err="1">
                <a:solidFill>
                  <a:srgbClr val="C00000"/>
                </a:solidFill>
                <a:latin typeface="Tw Cen MT" panose="020B0602020104020603" pitchFamily="34" charset="0"/>
                <a:cs typeface="Segoe UI" panose="020B0502040204020203" pitchFamily="34" charset="0"/>
              </a:rPr>
              <a:t>keypad.h</a:t>
            </a:r>
            <a:r>
              <a:rPr lang="en-IN" sz="2400">
                <a:solidFill>
                  <a:srgbClr val="C00000"/>
                </a:solidFill>
                <a:latin typeface="Tw Cen MT" panose="020B0602020104020603" pitchFamily="34" charset="0"/>
                <a:cs typeface="Segoe UI" panose="020B0502040204020203" pitchFamily="34" charset="0"/>
              </a:rPr>
              <a:t> </a:t>
            </a:r>
            <a:r>
              <a:rPr kumimoji="0" lang="en-IN" sz="2400" b="0" i="0" u="none" strike="noStrike" kern="1200" cap="none" spc="0" normalizeH="0" noProof="0">
                <a:ln>
                  <a:noFill/>
                </a:ln>
                <a:solidFill>
                  <a:srgbClr val="C00000"/>
                </a:solidFill>
                <a:effectLst/>
                <a:uLnTx/>
                <a:uFillTx/>
                <a:latin typeface="Tw Cen MT" panose="020B0602020104020603" pitchFamily="34" charset="0"/>
                <a:cs typeface="Segoe UI" panose="020B0502040204020203" pitchFamily="34" charset="0"/>
              </a:rPr>
              <a:t>header file.</a:t>
            </a:r>
          </a:p>
          <a:p>
            <a:pPr marL="457200" lvl="0" indent="-457200" algn="just">
              <a:buClr>
                <a:srgbClr val="DD9D31">
                  <a:lumMod val="75000"/>
                </a:srgbClr>
              </a:buClr>
              <a:buFont typeface="Wingdings" panose="05000000000000000000" pitchFamily="2" charset="2"/>
              <a:buChar char="Ø"/>
              <a:defRPr/>
            </a:pPr>
            <a:endParaRPr kumimoji="0" lang="en-IN" sz="2400" b="0" i="0" u="none" strike="noStrike" kern="1200" cap="none" spc="0" normalizeH="0" baseline="0" noProof="0">
              <a:ln>
                <a:noFill/>
              </a:ln>
              <a:solidFill>
                <a:schemeClr val="bg1"/>
              </a:solidFill>
              <a:effectLst/>
              <a:uLnTx/>
              <a:uFillTx/>
              <a:latin typeface="Tw Cen MT" panose="020B0602020104020603" pitchFamily="34" charset="0"/>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lang="en-IN" sz="2400">
              <a:solidFill>
                <a:prstClr val="black"/>
              </a:solidFill>
              <a:latin typeface="Tw Cen MT" panose="020B0602020104020603" pitchFamily="34" charset="0"/>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465169" y="6650218"/>
            <a:ext cx="689470" cy="245328"/>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pic>
        <p:nvPicPr>
          <p:cNvPr id="2" name="Picture 1"/>
          <p:cNvPicPr>
            <a:picLocks noChangeAspect="1"/>
          </p:cNvPicPr>
          <p:nvPr/>
        </p:nvPicPr>
        <p:blipFill>
          <a:blip r:embed="rId2"/>
          <a:stretch>
            <a:fillRect/>
          </a:stretch>
        </p:blipFill>
        <p:spPr>
          <a:xfrm>
            <a:off x="6297037" y="2382427"/>
            <a:ext cx="3342404" cy="1182809"/>
          </a:xfrm>
          <a:prstGeom prst="rect">
            <a:avLst/>
          </a:prstGeom>
        </p:spPr>
      </p:pic>
      <p:sp>
        <p:nvSpPr>
          <p:cNvPr id="13" name="TextBox 12"/>
          <p:cNvSpPr txBox="1"/>
          <p:nvPr/>
        </p:nvSpPr>
        <p:spPr>
          <a:xfrm>
            <a:off x="46422" y="6588542"/>
            <a:ext cx="1152736"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LAB-10</a:t>
            </a:r>
          </a:p>
        </p:txBody>
      </p:sp>
      <p:sp>
        <p:nvSpPr>
          <p:cNvPr id="14" name="TextBox 13"/>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sp>
        <p:nvSpPr>
          <p:cNvPr id="15" name="Rectangle 14"/>
          <p:cNvSpPr/>
          <p:nvPr/>
        </p:nvSpPr>
        <p:spPr>
          <a:xfrm>
            <a:off x="1782502" y="6132286"/>
            <a:ext cx="8607164" cy="369332"/>
          </a:xfrm>
          <a:prstGeom prst="rect">
            <a:avLst/>
          </a:prstGeom>
        </p:spPr>
        <p:txBody>
          <a:bodyPr wrap="none">
            <a:spAutoFit/>
          </a:bodyPr>
          <a:lstStyle/>
          <a:p>
            <a:pPr lvl="0">
              <a:defRPr/>
            </a:pPr>
            <a:r>
              <a:rPr kumimoji="0" lang="en-IN" sz="1800" b="1"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For more details Refer: </a:t>
            </a:r>
            <a:r>
              <a:rPr lang="en-IN" b="1">
                <a:solidFill>
                  <a:srgbClr val="FF0000"/>
                </a:solidFill>
              </a:rPr>
              <a:t>https://os.mbed.com/users/rlanghbv/code/KeypadLib/shortlog/</a:t>
            </a:r>
            <a:endParaRPr kumimoji="0" lang="en-IN" sz="1800" b="1" i="0" u="none" strike="noStrike" kern="1200" cap="none" spc="0" normalizeH="0" baseline="0" noProof="0">
              <a:ln>
                <a:noFill/>
              </a:ln>
              <a:solidFill>
                <a:srgbClr val="FF0000"/>
              </a:solidFill>
              <a:effectLst/>
              <a:uLnTx/>
              <a:uFillTx/>
              <a:latin typeface="Calibri"/>
              <a:ea typeface="+mn-ea"/>
              <a:cs typeface="+mn-cs"/>
            </a:endParaRPr>
          </a:p>
        </p:txBody>
      </p:sp>
      <p:graphicFrame>
        <p:nvGraphicFramePr>
          <p:cNvPr id="16" name="Table 15"/>
          <p:cNvGraphicFramePr>
            <a:graphicFrameLocks noGrp="1"/>
          </p:cNvGraphicFramePr>
          <p:nvPr>
            <p:extLst>
              <p:ext uri="{D42A27DB-BD31-4B8C-83A1-F6EECF244321}">
                <p14:modId xmlns:p14="http://schemas.microsoft.com/office/powerpoint/2010/main" val="3630343440"/>
              </p:ext>
            </p:extLst>
          </p:nvPr>
        </p:nvGraphicFramePr>
        <p:xfrm>
          <a:off x="804473" y="3763963"/>
          <a:ext cx="10563221" cy="2325247"/>
        </p:xfrm>
        <a:graphic>
          <a:graphicData uri="http://schemas.openxmlformats.org/drawingml/2006/table">
            <a:tbl>
              <a:tblPr>
                <a:tableStyleId>{284E427A-3D55-4303-BF80-6455036E1DE7}</a:tableStyleId>
              </a:tblPr>
              <a:tblGrid>
                <a:gridCol w="5113767">
                  <a:extLst>
                    <a:ext uri="{9D8B030D-6E8A-4147-A177-3AD203B41FA5}">
                      <a16:colId xmlns:a16="http://schemas.microsoft.com/office/drawing/2014/main" val="326288974"/>
                    </a:ext>
                  </a:extLst>
                </a:gridCol>
                <a:gridCol w="5449454">
                  <a:extLst>
                    <a:ext uri="{9D8B030D-6E8A-4147-A177-3AD203B41FA5}">
                      <a16:colId xmlns:a16="http://schemas.microsoft.com/office/drawing/2014/main" val="3914518800"/>
                    </a:ext>
                  </a:extLst>
                </a:gridCol>
              </a:tblGrid>
              <a:tr h="88706">
                <a:tc>
                  <a:txBody>
                    <a:bodyPr/>
                    <a:lstStyle/>
                    <a:p>
                      <a:pPr algn="ctr" rtl="0" fontAlgn="t">
                        <a:lnSpc>
                          <a:spcPct val="100000"/>
                        </a:lnSpc>
                      </a:pPr>
                      <a:r>
                        <a:rPr lang="en-IN" sz="2000" b="1">
                          <a:solidFill>
                            <a:srgbClr val="333333"/>
                          </a:solidFill>
                          <a:effectLst/>
                          <a:latin typeface="Tw Cen MT" panose="020B0602020104020603" pitchFamily="34" charset="0"/>
                        </a:rPr>
                        <a:t>Functions</a:t>
                      </a:r>
                    </a:p>
                  </a:txBody>
                  <a:tcPr marL="47912" marR="57494" marT="5989" marB="28747">
                    <a:solidFill>
                      <a:schemeClr val="accent5"/>
                    </a:solidFill>
                  </a:tcPr>
                </a:tc>
                <a:tc>
                  <a:txBody>
                    <a:bodyPr/>
                    <a:lstStyle/>
                    <a:p>
                      <a:pPr algn="ctr" rtl="0" fontAlgn="t">
                        <a:lnSpc>
                          <a:spcPct val="100000"/>
                        </a:lnSpc>
                      </a:pPr>
                      <a:r>
                        <a:rPr lang="en-IN" sz="2000" b="1">
                          <a:solidFill>
                            <a:srgbClr val="333333"/>
                          </a:solidFill>
                          <a:effectLst/>
                          <a:latin typeface="Tw Cen MT" panose="020B0602020104020603" pitchFamily="34" charset="0"/>
                        </a:rPr>
                        <a:t>Description</a:t>
                      </a:r>
                    </a:p>
                  </a:txBody>
                  <a:tcPr marL="47912" marR="57494" marT="5989" marB="28747">
                    <a:solidFill>
                      <a:schemeClr val="accent5"/>
                    </a:solidFill>
                  </a:tcPr>
                </a:tc>
                <a:extLst>
                  <a:ext uri="{0D108BD9-81ED-4DB2-BD59-A6C34878D82A}">
                    <a16:rowId xmlns:a16="http://schemas.microsoft.com/office/drawing/2014/main" val="3007595752"/>
                  </a:ext>
                </a:extLst>
              </a:tr>
              <a:tr h="397666">
                <a:tc>
                  <a:txBody>
                    <a:bodyPr/>
                    <a:lstStyle/>
                    <a:p>
                      <a:pPr marL="0" marR="0" indent="0" algn="l" defTabSz="457200" rtl="0" eaLnBrk="1" fontAlgn="t" latinLnBrk="0" hangingPunct="1">
                        <a:lnSpc>
                          <a:spcPct val="100000"/>
                        </a:lnSpc>
                        <a:spcBef>
                          <a:spcPts val="0"/>
                        </a:spcBef>
                        <a:spcAft>
                          <a:spcPts val="0"/>
                        </a:spcAft>
                        <a:buClrTx/>
                        <a:buSzTx/>
                        <a:buFontTx/>
                        <a:buNone/>
                        <a:tabLst/>
                        <a:defRPr/>
                      </a:pPr>
                      <a:r>
                        <a:rPr lang="en-IN" sz="2000" u="none" strike="noStrike">
                          <a:effectLst/>
                          <a:latin typeface="Tw Cen MT" panose="020B0602020104020603" pitchFamily="34" charset="0"/>
                        </a:rPr>
                        <a:t>Keypad identifier (</a:t>
                      </a:r>
                      <a:r>
                        <a:rPr lang="en-IN" sz="2000" u="none" strike="noStrike" err="1">
                          <a:effectLst/>
                          <a:latin typeface="Tw Cen MT" panose="020B0602020104020603" pitchFamily="34" charset="0"/>
                        </a:rPr>
                        <a:t>PinName</a:t>
                      </a:r>
                      <a:r>
                        <a:rPr lang="en-IN" sz="2000" u="none" strike="noStrike">
                          <a:effectLst/>
                          <a:latin typeface="Tw Cen MT" panose="020B0602020104020603" pitchFamily="34" charset="0"/>
                        </a:rPr>
                        <a:t> col0, </a:t>
                      </a:r>
                      <a:r>
                        <a:rPr lang="en-IN" sz="2000" u="none" strike="noStrike" err="1">
                          <a:effectLst/>
                          <a:latin typeface="Tw Cen MT" panose="020B0602020104020603" pitchFamily="34" charset="0"/>
                        </a:rPr>
                        <a:t>PinName</a:t>
                      </a:r>
                      <a:r>
                        <a:rPr lang="en-IN" sz="2000" u="none" strike="noStrike">
                          <a:effectLst/>
                          <a:latin typeface="Tw Cen MT" panose="020B0602020104020603" pitchFamily="34" charset="0"/>
                        </a:rPr>
                        <a:t> col1, </a:t>
                      </a:r>
                      <a:r>
                        <a:rPr lang="en-IN" sz="2000" u="none" strike="noStrike" err="1">
                          <a:effectLst/>
                          <a:latin typeface="Tw Cen MT" panose="020B0602020104020603" pitchFamily="34" charset="0"/>
                        </a:rPr>
                        <a:t>PinName</a:t>
                      </a:r>
                      <a:r>
                        <a:rPr lang="en-IN" sz="2000" u="none" strike="noStrike">
                          <a:effectLst/>
                          <a:latin typeface="Tw Cen MT" panose="020B0602020104020603" pitchFamily="34" charset="0"/>
                        </a:rPr>
                        <a:t> col2, </a:t>
                      </a:r>
                      <a:r>
                        <a:rPr lang="en-IN" sz="2000" u="none" strike="noStrike" err="1">
                          <a:effectLst/>
                          <a:latin typeface="Tw Cen MT" panose="020B0602020104020603" pitchFamily="34" charset="0"/>
                        </a:rPr>
                        <a:t>PinName</a:t>
                      </a:r>
                      <a:r>
                        <a:rPr lang="en-IN" sz="2000" u="none" strike="noStrike">
                          <a:effectLst/>
                          <a:latin typeface="Tw Cen MT" panose="020B0602020104020603" pitchFamily="34" charset="0"/>
                        </a:rPr>
                        <a:t> col3, </a:t>
                      </a:r>
                      <a:r>
                        <a:rPr lang="en-IN" sz="2000" u="none" strike="noStrike" err="1">
                          <a:effectLst/>
                          <a:latin typeface="Tw Cen MT" panose="020B0602020104020603" pitchFamily="34" charset="0"/>
                        </a:rPr>
                        <a:t>PinName</a:t>
                      </a:r>
                      <a:r>
                        <a:rPr lang="en-IN" sz="2000" u="none" strike="noStrike">
                          <a:effectLst/>
                          <a:latin typeface="Tw Cen MT" panose="020B0602020104020603" pitchFamily="34" charset="0"/>
                        </a:rPr>
                        <a:t> row0, </a:t>
                      </a:r>
                      <a:r>
                        <a:rPr lang="en-IN" sz="2000" u="none" strike="noStrike" err="1">
                          <a:effectLst/>
                          <a:latin typeface="Tw Cen MT" panose="020B0602020104020603" pitchFamily="34" charset="0"/>
                        </a:rPr>
                        <a:t>PinName</a:t>
                      </a:r>
                      <a:r>
                        <a:rPr lang="en-IN" sz="2000" u="none" strike="noStrike">
                          <a:effectLst/>
                          <a:latin typeface="Tw Cen MT" panose="020B0602020104020603" pitchFamily="34" charset="0"/>
                        </a:rPr>
                        <a:t> row1, </a:t>
                      </a:r>
                      <a:r>
                        <a:rPr lang="en-IN" sz="2000" u="none" strike="noStrike" err="1">
                          <a:effectLst/>
                          <a:latin typeface="Tw Cen MT" panose="020B0602020104020603" pitchFamily="34" charset="0"/>
                        </a:rPr>
                        <a:t>PinName</a:t>
                      </a:r>
                      <a:r>
                        <a:rPr lang="en-IN" sz="2000" u="none" strike="noStrike">
                          <a:effectLst/>
                          <a:latin typeface="Tw Cen MT" panose="020B0602020104020603" pitchFamily="34" charset="0"/>
                        </a:rPr>
                        <a:t> row2, </a:t>
                      </a:r>
                      <a:r>
                        <a:rPr lang="en-IN" sz="2000" u="none" strike="noStrike" err="1">
                          <a:effectLst/>
                          <a:latin typeface="Tw Cen MT" panose="020B0602020104020603" pitchFamily="34" charset="0"/>
                        </a:rPr>
                        <a:t>PinName</a:t>
                      </a:r>
                      <a:r>
                        <a:rPr lang="en-IN" sz="2000" u="none" strike="noStrike">
                          <a:effectLst/>
                          <a:latin typeface="Tw Cen MT" panose="020B0602020104020603" pitchFamily="34" charset="0"/>
                        </a:rPr>
                        <a:t> row3)</a:t>
                      </a:r>
                      <a:endParaRPr lang="en-IN" sz="2000" b="0">
                        <a:solidFill>
                          <a:srgbClr val="555555"/>
                        </a:solidFill>
                        <a:effectLst/>
                        <a:latin typeface="Tw Cen MT" panose="020B0602020104020603" pitchFamily="34" charset="0"/>
                      </a:endParaRPr>
                    </a:p>
                  </a:txBody>
                  <a:tcPr marL="47912" marR="47912" marT="28747" marB="23956">
                    <a:solidFill>
                      <a:schemeClr val="accent5">
                        <a:lumMod val="20000"/>
                        <a:lumOff val="80000"/>
                      </a:schemeClr>
                    </a:solidFill>
                  </a:tcPr>
                </a:tc>
                <a:tc>
                  <a:txBody>
                    <a:bodyPr/>
                    <a:lstStyle/>
                    <a:p>
                      <a:pPr marL="0" marR="0" indent="0" algn="l" defTabSz="457200" rtl="0" eaLnBrk="1" fontAlgn="t" latinLnBrk="0" hangingPunct="1">
                        <a:lnSpc>
                          <a:spcPct val="100000"/>
                        </a:lnSpc>
                        <a:spcBef>
                          <a:spcPts val="0"/>
                        </a:spcBef>
                        <a:spcAft>
                          <a:spcPts val="0"/>
                        </a:spcAft>
                        <a:buClrTx/>
                        <a:buSzTx/>
                        <a:buFontTx/>
                        <a:buNone/>
                        <a:tabLst/>
                        <a:defRPr/>
                      </a:pPr>
                      <a:endParaRPr lang="en-IN" sz="2000" u="none" strike="noStrike">
                        <a:effectLst/>
                        <a:latin typeface="Tw Cen MT" panose="020B0602020104020603" pitchFamily="34" charset="0"/>
                      </a:endParaRPr>
                    </a:p>
                    <a:p>
                      <a:pPr marL="0" marR="0" indent="0" algn="l" defTabSz="457200" rtl="0" eaLnBrk="1" fontAlgn="t" latinLnBrk="0" hangingPunct="1">
                        <a:lnSpc>
                          <a:spcPct val="100000"/>
                        </a:lnSpc>
                        <a:spcBef>
                          <a:spcPts val="0"/>
                        </a:spcBef>
                        <a:spcAft>
                          <a:spcPts val="0"/>
                        </a:spcAft>
                        <a:buClrTx/>
                        <a:buSzTx/>
                        <a:buFontTx/>
                        <a:buNone/>
                        <a:tabLst/>
                        <a:defRPr/>
                      </a:pPr>
                      <a:r>
                        <a:rPr lang="en-IN" sz="2000" u="none" strike="noStrike">
                          <a:effectLst/>
                          <a:latin typeface="Tw Cen MT" panose="020B0602020104020603" pitchFamily="34" charset="0"/>
                        </a:rPr>
                        <a:t>Create a 4x4 (col, row) or 4x4 keypad interface</a:t>
                      </a:r>
                      <a:endParaRPr lang="en-IN" sz="2000" b="0">
                        <a:solidFill>
                          <a:srgbClr val="555555"/>
                        </a:solidFill>
                        <a:effectLst/>
                        <a:latin typeface="Tw Cen MT" panose="020B0602020104020603" pitchFamily="34" charset="0"/>
                      </a:endParaRPr>
                    </a:p>
                  </a:txBody>
                  <a:tcPr marL="47912" marR="47912" marT="28747" marB="23956">
                    <a:solidFill>
                      <a:schemeClr val="accent5">
                        <a:lumMod val="20000"/>
                        <a:lumOff val="80000"/>
                      </a:schemeClr>
                    </a:solidFill>
                  </a:tcPr>
                </a:tc>
                <a:extLst>
                  <a:ext uri="{0D108BD9-81ED-4DB2-BD59-A6C34878D82A}">
                    <a16:rowId xmlns:a16="http://schemas.microsoft.com/office/drawing/2014/main" val="3157071547"/>
                  </a:ext>
                </a:extLst>
              </a:tr>
              <a:tr h="207217">
                <a:tc>
                  <a:txBody>
                    <a:bodyPr/>
                    <a:lstStyle/>
                    <a:p>
                      <a:pPr algn="l" rtl="0" fontAlgn="t">
                        <a:lnSpc>
                          <a:spcPct val="100000"/>
                        </a:lnSpc>
                      </a:pPr>
                      <a:r>
                        <a:rPr lang="en-IN" sz="2000">
                          <a:effectLst/>
                          <a:latin typeface="Tw Cen MT" panose="020B0602020104020603" pitchFamily="34" charset="0"/>
                        </a:rPr>
                        <a:t>char	 </a:t>
                      </a:r>
                      <a:r>
                        <a:rPr lang="en-IN" sz="2000" err="1">
                          <a:effectLst/>
                          <a:latin typeface="Tw Cen MT" panose="020B0602020104020603" pitchFamily="34" charset="0"/>
                        </a:rPr>
                        <a:t>getKey</a:t>
                      </a:r>
                      <a:r>
                        <a:rPr lang="en-IN" sz="2000">
                          <a:effectLst/>
                          <a:latin typeface="Tw Cen MT" panose="020B0602020104020603" pitchFamily="34" charset="0"/>
                        </a:rPr>
                        <a:t> ()</a:t>
                      </a:r>
                      <a:endParaRPr lang="en-IN" sz="2000" b="0">
                        <a:solidFill>
                          <a:srgbClr val="333333"/>
                        </a:solidFill>
                        <a:effectLst/>
                        <a:latin typeface="Tw Cen MT" panose="020B0602020104020603" pitchFamily="34" charset="0"/>
                      </a:endParaRPr>
                    </a:p>
                  </a:txBody>
                  <a:tcPr marL="47912" marR="57494" marT="5989" marB="28747">
                    <a:solidFill>
                      <a:schemeClr val="accent5">
                        <a:lumMod val="20000"/>
                        <a:lumOff val="80000"/>
                      </a:schemeClr>
                    </a:solidFill>
                  </a:tcPr>
                </a:tc>
                <a:tc>
                  <a:txBody>
                    <a:bodyPr/>
                    <a:lstStyle/>
                    <a:p>
                      <a:pPr algn="l" rtl="0" fontAlgn="t">
                        <a:lnSpc>
                          <a:spcPct val="100000"/>
                        </a:lnSpc>
                      </a:pPr>
                      <a:r>
                        <a:rPr lang="en-IN" sz="2000">
                          <a:effectLst/>
                          <a:latin typeface="Tw Cen MT" panose="020B0602020104020603" pitchFamily="34" charset="0"/>
                        </a:rPr>
                        <a:t>Returns the letter of the pressed key</a:t>
                      </a:r>
                      <a:endParaRPr lang="en-IN" sz="2000" b="0">
                        <a:solidFill>
                          <a:srgbClr val="333333"/>
                        </a:solidFill>
                        <a:effectLst/>
                        <a:latin typeface="Tw Cen MT" panose="020B0602020104020603" pitchFamily="34" charset="0"/>
                      </a:endParaRPr>
                    </a:p>
                  </a:txBody>
                  <a:tcPr marL="47912" marR="57494" marT="5989" marB="28747">
                    <a:solidFill>
                      <a:schemeClr val="accent5">
                        <a:lumMod val="20000"/>
                        <a:lumOff val="80000"/>
                      </a:schemeClr>
                    </a:solidFill>
                  </a:tcPr>
                </a:tc>
                <a:extLst>
                  <a:ext uri="{0D108BD9-81ED-4DB2-BD59-A6C34878D82A}">
                    <a16:rowId xmlns:a16="http://schemas.microsoft.com/office/drawing/2014/main" val="246176483"/>
                  </a:ext>
                </a:extLst>
              </a:tr>
              <a:tr h="207217">
                <a:tc>
                  <a:txBody>
                    <a:bodyPr/>
                    <a:lstStyle/>
                    <a:p>
                      <a:pPr algn="l" rtl="0" fontAlgn="t">
                        <a:lnSpc>
                          <a:spcPct val="100000"/>
                        </a:lnSpc>
                      </a:pPr>
                      <a:r>
                        <a:rPr lang="en-IN" sz="2000">
                          <a:effectLst/>
                          <a:latin typeface="Tw Cen MT" panose="020B0602020104020603" pitchFamily="34" charset="0"/>
                        </a:rPr>
                        <a:t>bool	 </a:t>
                      </a:r>
                      <a:r>
                        <a:rPr lang="en-IN" sz="2000" err="1">
                          <a:effectLst/>
                          <a:latin typeface="Tw Cen MT" panose="020B0602020104020603" pitchFamily="34" charset="0"/>
                        </a:rPr>
                        <a:t>getKeyPressed</a:t>
                      </a:r>
                      <a:r>
                        <a:rPr lang="en-IN" sz="2000">
                          <a:effectLst/>
                          <a:latin typeface="Tw Cen MT" panose="020B0602020104020603" pitchFamily="34" charset="0"/>
                        </a:rPr>
                        <a:t> ()</a:t>
                      </a:r>
                      <a:endParaRPr lang="en-IN" sz="2000" b="0">
                        <a:solidFill>
                          <a:srgbClr val="333333"/>
                        </a:solidFill>
                        <a:effectLst/>
                        <a:latin typeface="Tw Cen MT" panose="020B0602020104020603" pitchFamily="34" charset="0"/>
                      </a:endParaRPr>
                    </a:p>
                  </a:txBody>
                  <a:tcPr marL="47912" marR="57494" marT="5989" marB="28747">
                    <a:solidFill>
                      <a:schemeClr val="accent5">
                        <a:lumMod val="20000"/>
                        <a:lumOff val="80000"/>
                      </a:schemeClr>
                    </a:solidFill>
                  </a:tcPr>
                </a:tc>
                <a:tc>
                  <a:txBody>
                    <a:bodyPr/>
                    <a:lstStyle/>
                    <a:p>
                      <a:pPr algn="l" rtl="0" fontAlgn="t">
                        <a:lnSpc>
                          <a:spcPct val="100000"/>
                        </a:lnSpc>
                      </a:pPr>
                      <a:r>
                        <a:rPr lang="en-IN" sz="2000" b="0">
                          <a:solidFill>
                            <a:srgbClr val="333333"/>
                          </a:solidFill>
                          <a:effectLst/>
                          <a:latin typeface="Tw Cen MT" panose="020B0602020104020603" pitchFamily="34" charset="0"/>
                        </a:rPr>
                        <a:t>Detects if any key was pressed.</a:t>
                      </a:r>
                    </a:p>
                  </a:txBody>
                  <a:tcPr marL="47912" marR="57494" marT="5989" marB="28747">
                    <a:solidFill>
                      <a:schemeClr val="accent5">
                        <a:lumMod val="20000"/>
                        <a:lumOff val="80000"/>
                      </a:schemeClr>
                    </a:solidFill>
                  </a:tcPr>
                </a:tc>
                <a:extLst>
                  <a:ext uri="{0D108BD9-81ED-4DB2-BD59-A6C34878D82A}">
                    <a16:rowId xmlns:a16="http://schemas.microsoft.com/office/drawing/2014/main" val="2145852211"/>
                  </a:ext>
                </a:extLst>
              </a:tr>
              <a:tr h="207217">
                <a:tc>
                  <a:txBody>
                    <a:bodyPr/>
                    <a:lstStyle/>
                    <a:p>
                      <a:pPr algn="l" rtl="0" fontAlgn="t">
                        <a:lnSpc>
                          <a:spcPct val="100000"/>
                        </a:lnSpc>
                      </a:pPr>
                      <a:r>
                        <a:rPr lang="en-IN" sz="2000">
                          <a:effectLst/>
                          <a:latin typeface="Tw Cen MT" panose="020B0602020104020603" pitchFamily="34" charset="0"/>
                        </a:rPr>
                        <a:t>void	 </a:t>
                      </a:r>
                      <a:r>
                        <a:rPr lang="en-IN" sz="2000" err="1">
                          <a:effectLst/>
                          <a:latin typeface="Tw Cen MT" panose="020B0602020104020603" pitchFamily="34" charset="0"/>
                        </a:rPr>
                        <a:t>enablePullUp</a:t>
                      </a:r>
                      <a:r>
                        <a:rPr lang="en-IN" sz="2000">
                          <a:effectLst/>
                          <a:latin typeface="Tw Cen MT" panose="020B0602020104020603" pitchFamily="34" charset="0"/>
                        </a:rPr>
                        <a:t> ()</a:t>
                      </a:r>
                      <a:endParaRPr lang="en-IN" sz="2000" b="0">
                        <a:solidFill>
                          <a:srgbClr val="333333"/>
                        </a:solidFill>
                        <a:effectLst/>
                        <a:latin typeface="Tw Cen MT" panose="020B0602020104020603" pitchFamily="34" charset="0"/>
                      </a:endParaRPr>
                    </a:p>
                  </a:txBody>
                  <a:tcPr marL="47912" marR="57494" marT="5989" marB="28747">
                    <a:solidFill>
                      <a:schemeClr val="accent5">
                        <a:lumMod val="20000"/>
                        <a:lumOff val="80000"/>
                      </a:schemeClr>
                    </a:solidFill>
                  </a:tcPr>
                </a:tc>
                <a:tc>
                  <a:txBody>
                    <a:bodyPr/>
                    <a:lstStyle/>
                    <a:p>
                      <a:pPr algn="l" rtl="0" fontAlgn="t">
                        <a:lnSpc>
                          <a:spcPct val="100000"/>
                        </a:lnSpc>
                      </a:pPr>
                      <a:r>
                        <a:rPr lang="en-IN" sz="2000">
                          <a:effectLst/>
                          <a:latin typeface="Tw Cen MT" panose="020B0602020104020603" pitchFamily="34" charset="0"/>
                        </a:rPr>
                        <a:t>Enables internal </a:t>
                      </a:r>
                      <a:r>
                        <a:rPr lang="en-IN" sz="2000" err="1">
                          <a:effectLst/>
                          <a:latin typeface="Tw Cen MT" panose="020B0602020104020603" pitchFamily="34" charset="0"/>
                        </a:rPr>
                        <a:t>PullUp</a:t>
                      </a:r>
                      <a:r>
                        <a:rPr lang="en-IN" sz="2000">
                          <a:effectLst/>
                          <a:latin typeface="Tw Cen MT" panose="020B0602020104020603" pitchFamily="34" charset="0"/>
                        </a:rPr>
                        <a:t> resistors on the columns pins.</a:t>
                      </a:r>
                      <a:endParaRPr lang="en-IN" sz="2000" b="0">
                        <a:solidFill>
                          <a:srgbClr val="333333"/>
                        </a:solidFill>
                        <a:effectLst/>
                        <a:latin typeface="Tw Cen MT" panose="020B0602020104020603" pitchFamily="34" charset="0"/>
                      </a:endParaRPr>
                    </a:p>
                  </a:txBody>
                  <a:tcPr marL="47912" marR="57494" marT="5989" marB="28747">
                    <a:solidFill>
                      <a:schemeClr val="accent5">
                        <a:lumMod val="20000"/>
                        <a:lumOff val="80000"/>
                      </a:schemeClr>
                    </a:solidFill>
                  </a:tcPr>
                </a:tc>
                <a:extLst>
                  <a:ext uri="{0D108BD9-81ED-4DB2-BD59-A6C34878D82A}">
                    <a16:rowId xmlns:a16="http://schemas.microsoft.com/office/drawing/2014/main" val="4250271454"/>
                  </a:ext>
                </a:extLst>
              </a:tr>
            </a:tbl>
          </a:graphicData>
        </a:graphic>
      </p:graphicFrame>
    </p:spTree>
    <p:extLst>
      <p:ext uri="{BB962C8B-B14F-4D97-AF65-F5344CB8AC3E}">
        <p14:creationId xmlns:p14="http://schemas.microsoft.com/office/powerpoint/2010/main" val="3741790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lvl="0" algn="ctr">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KEYPAD</a:t>
            </a:r>
          </a:p>
        </p:txBody>
      </p:sp>
      <p:sp>
        <p:nvSpPr>
          <p:cNvPr id="8" name="TextBox 7"/>
          <p:cNvSpPr txBox="1"/>
          <p:nvPr/>
        </p:nvSpPr>
        <p:spPr>
          <a:xfrm>
            <a:off x="293687" y="1059197"/>
            <a:ext cx="11592251" cy="2031325"/>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
                <a:srgbClr val="DD9D31">
                  <a:lumMod val="75000"/>
                </a:srgbClr>
              </a:buClr>
              <a:buSzTx/>
              <a:buFontTx/>
              <a:buNone/>
              <a:tabLst/>
              <a:defRPr/>
            </a:pPr>
            <a:r>
              <a:rPr lang="en-IN" sz="2600" b="1">
                <a:solidFill>
                  <a:srgbClr val="C00000"/>
                </a:solidFill>
                <a:latin typeface="Tw Cen MT" panose="020B0602020104020603" pitchFamily="34" charset="0"/>
                <a:cs typeface="Segoe UI" panose="020B0502040204020203" pitchFamily="34" charset="0"/>
              </a:rPr>
              <a:t>Lab Task 1: </a:t>
            </a:r>
            <a:r>
              <a:rPr kumimoji="0" lang="en-IN" sz="2600" b="1" i="0" u="none" strike="noStrike" kern="1200" cap="none" spc="0" normalizeH="0" baseline="0" noProof="0">
                <a:ln>
                  <a:noFill/>
                </a:ln>
                <a:solidFill>
                  <a:srgbClr val="C00000"/>
                </a:solidFill>
                <a:effectLst/>
                <a:uLnTx/>
                <a:uFillTx/>
                <a:latin typeface="Tw Cen MT" panose="020B0602020104020603" pitchFamily="34" charset="0"/>
                <a:cs typeface="Segoe UI" panose="020B0502040204020203" pitchFamily="34" charset="0"/>
              </a:rPr>
              <a:t>Read the input from keypad and display it in </a:t>
            </a:r>
            <a:r>
              <a:rPr lang="en-IN" sz="2600" b="1" noProof="0">
                <a:solidFill>
                  <a:srgbClr val="C00000"/>
                </a:solidFill>
                <a:latin typeface="Tw Cen MT" panose="020B0602020104020603" pitchFamily="34" charset="0"/>
                <a:cs typeface="Segoe UI" panose="020B0502040204020203" pitchFamily="34" charset="0"/>
              </a:rPr>
              <a:t>LCD &amp; </a:t>
            </a:r>
            <a:r>
              <a:rPr kumimoji="0" lang="en-IN" sz="2600" b="1" i="0" u="none" strike="noStrike" kern="1200" cap="none" spc="0" normalizeH="0" baseline="0" noProof="0">
                <a:ln>
                  <a:noFill/>
                </a:ln>
                <a:solidFill>
                  <a:srgbClr val="C00000"/>
                </a:solidFill>
                <a:effectLst/>
                <a:uLnTx/>
                <a:uFillTx/>
                <a:latin typeface="Tw Cen MT" panose="020B0602020104020603" pitchFamily="34" charset="0"/>
                <a:cs typeface="Segoe UI" panose="020B0502040204020203" pitchFamily="34" charset="0"/>
              </a:rPr>
              <a:t>Serial monitor</a:t>
            </a:r>
          </a:p>
          <a:p>
            <a:pPr marL="0" marR="0" lvl="0" indent="0" algn="just" defTabSz="914400" rtl="0" eaLnBrk="1" fontAlgn="auto" latinLnBrk="0" hangingPunct="1">
              <a:lnSpc>
                <a:spcPct val="150000"/>
              </a:lnSpc>
              <a:spcBef>
                <a:spcPts val="0"/>
              </a:spcBef>
              <a:spcAft>
                <a:spcPts val="0"/>
              </a:spcAft>
              <a:buClr>
                <a:srgbClr val="DD9D31">
                  <a:lumMod val="75000"/>
                </a:srgbClr>
              </a:buClr>
              <a:buSzTx/>
              <a:buFontTx/>
              <a:buNone/>
              <a:tabLst/>
              <a:defRPr/>
            </a:pPr>
            <a:endParaRPr kumimoji="0" lang="en-IN" sz="1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lvl="0" algn="just">
              <a:buClr>
                <a:srgbClr val="DD9D31">
                  <a:lumMod val="75000"/>
                </a:srgbClr>
              </a:buClr>
              <a:defRPr/>
            </a:pPr>
            <a:r>
              <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Write a </a:t>
            </a:r>
            <a:r>
              <a:rPr kumimoji="0" lang="en-IN" sz="2400" b="0" i="0" u="none" strike="noStrike" kern="1200" cap="none" spc="0" normalizeH="0" baseline="0" noProof="0" err="1">
                <a:ln>
                  <a:noFill/>
                </a:ln>
                <a:solidFill>
                  <a:prstClr val="black"/>
                </a:solidFill>
                <a:effectLst/>
                <a:uLnTx/>
                <a:uFillTx/>
                <a:latin typeface="Tw Cen MT" panose="020B0602020104020603" pitchFamily="34" charset="0"/>
                <a:cs typeface="Segoe UI" panose="020B0502040204020203" pitchFamily="34" charset="0"/>
              </a:rPr>
              <a:t>mbed</a:t>
            </a:r>
            <a:r>
              <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 C++ program to accepts input from a 4x3 keypad and displays it on the serial monitor and LCD. </a:t>
            </a:r>
            <a:r>
              <a:rPr lang="en-IN" sz="2400">
                <a:solidFill>
                  <a:prstClr val="black"/>
                </a:solidFill>
                <a:latin typeface="Tw Cen MT" panose="020B0602020104020603" pitchFamily="34" charset="0"/>
                <a:cs typeface="Segoe UI" panose="020B0502040204020203" pitchFamily="34" charset="0"/>
              </a:rPr>
              <a:t>Assume LCD operates in 4-bit with EN and RS active state. Design and verify this logic on </a:t>
            </a:r>
            <a:r>
              <a:rPr lang="en-IN" sz="2400" err="1">
                <a:solidFill>
                  <a:prstClr val="black"/>
                </a:solidFill>
                <a:latin typeface="Tw Cen MT" panose="020B0602020104020603" pitchFamily="34" charset="0"/>
                <a:cs typeface="Segoe UI" panose="020B0502040204020203" pitchFamily="34" charset="0"/>
              </a:rPr>
              <a:t>Nucleo</a:t>
            </a:r>
            <a:r>
              <a:rPr lang="en-IN" sz="2400">
                <a:solidFill>
                  <a:prstClr val="black"/>
                </a:solidFill>
                <a:latin typeface="Tw Cen MT" panose="020B0602020104020603" pitchFamily="34" charset="0"/>
                <a:cs typeface="Segoe UI" panose="020B0502040204020203" pitchFamily="34" charset="0"/>
              </a:rPr>
              <a:t> 152RE board using online Keil Studio platform.</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567604" y="6650218"/>
            <a:ext cx="587035" cy="245328"/>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9" name="TextBox 8"/>
          <p:cNvSpPr txBox="1"/>
          <p:nvPr/>
        </p:nvSpPr>
        <p:spPr>
          <a:xfrm>
            <a:off x="46422" y="6588542"/>
            <a:ext cx="1152736"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LAB-10</a:t>
            </a:r>
          </a:p>
        </p:txBody>
      </p:sp>
      <p:sp>
        <p:nvSpPr>
          <p:cNvPr id="13" name="TextBox 12"/>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sp>
        <p:nvSpPr>
          <p:cNvPr id="11" name="TextBox 10"/>
          <p:cNvSpPr txBox="1"/>
          <p:nvPr/>
        </p:nvSpPr>
        <p:spPr>
          <a:xfrm>
            <a:off x="492315" y="3222932"/>
            <a:ext cx="11159404" cy="3231654"/>
          </a:xfrm>
          <a:prstGeom prst="rect">
            <a:avLst/>
          </a:prstGeom>
          <a:noFill/>
          <a:ln w="28575">
            <a:solidFill>
              <a:schemeClr val="bg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a:ln>
                  <a:noFill/>
                </a:ln>
                <a:solidFill>
                  <a:prstClr val="black"/>
                </a:solidFill>
                <a:effectLst/>
                <a:uLnTx/>
                <a:uFillTx/>
                <a:latin typeface="Tw Cen MT" panose="020B0602020104020603" pitchFamily="34" charset="0"/>
                <a:ea typeface="+mn-ea"/>
                <a:cs typeface="+mn-cs"/>
              </a:rPr>
              <a:t>Procedure to add “Keypad” library in online compiler: </a:t>
            </a:r>
          </a:p>
          <a:p>
            <a:pPr marL="800100" lvl="1" indent="-342900">
              <a:buFont typeface="Arial" panose="020B0604020202020204" pitchFamily="34" charset="0"/>
              <a:buChar char="•"/>
              <a:defRPr/>
            </a:pPr>
            <a:r>
              <a:rPr lang="en-IN" sz="2000">
                <a:solidFill>
                  <a:prstClr val="black"/>
                </a:solidFill>
                <a:latin typeface="Tw Cen MT" panose="020B0602020104020603" pitchFamily="34" charset="0"/>
              </a:rPr>
              <a:t>Visit this link </a:t>
            </a:r>
            <a:r>
              <a:rPr lang="en-IN" sz="2000">
                <a:solidFill>
                  <a:prstClr val="black"/>
                </a:solidFill>
                <a:latin typeface="Tw Cen MT" panose="020B0602020104020603" pitchFamily="34" charset="0"/>
                <a:hlinkClick r:id="rId2"/>
              </a:rPr>
              <a:t>https://os.mbed.com/users/rlanghbv/code/KeypadLib/shortlog/</a:t>
            </a:r>
            <a:r>
              <a:rPr lang="en-IN" sz="2000">
                <a:solidFill>
                  <a:prstClr val="black"/>
                </a:solidFill>
                <a:latin typeface="Tw Cen MT" panose="020B0602020104020603" pitchFamily="34" charset="0"/>
              </a:rPr>
              <a:t> and click on “Import into </a:t>
            </a:r>
            <a:r>
              <a:rPr lang="en-IN" sz="2000" err="1">
                <a:solidFill>
                  <a:prstClr val="black"/>
                </a:solidFill>
                <a:latin typeface="Tw Cen MT" panose="020B0602020104020603" pitchFamily="34" charset="0"/>
              </a:rPr>
              <a:t>Keil</a:t>
            </a:r>
            <a:r>
              <a:rPr lang="en-IN" sz="2000">
                <a:solidFill>
                  <a:prstClr val="black"/>
                </a:solidFill>
                <a:latin typeface="Tw Cen MT" panose="020B0602020104020603" pitchFamily="34" charset="0"/>
              </a:rPr>
              <a:t> studio” option and copy the link (</a:t>
            </a:r>
            <a:r>
              <a:rPr lang="en-IN" sz="2000">
                <a:solidFill>
                  <a:srgbClr val="C00000"/>
                </a:solidFill>
                <a:latin typeface="Tw Cen MT" panose="020B0602020104020603" pitchFamily="34" charset="0"/>
              </a:rPr>
              <a:t>http://os.mbed.com/users/rlanghbv/code/KeypadLib/</a:t>
            </a:r>
            <a:r>
              <a:rPr lang="en-IN" sz="2000">
                <a:solidFill>
                  <a:prstClr val="black"/>
                </a:solidFill>
                <a:latin typeface="Tw Cen MT" panose="020B0602020104020603" pitchFamily="34" charset="0"/>
              </a:rPr>
              <a:t>)</a:t>
            </a:r>
          </a:p>
          <a:p>
            <a:pPr marL="800100" lvl="1" indent="-342900">
              <a:buFont typeface="Arial" panose="020B0604020202020204" pitchFamily="34" charset="0"/>
              <a:buChar char="•"/>
              <a:defRPr/>
            </a:pPr>
            <a:endParaRPr lang="en-IN" sz="2000">
              <a:solidFill>
                <a:prstClr val="black"/>
              </a:solidFill>
              <a:latin typeface="Tw Cen MT" panose="020B0602020104020603" pitchFamily="34" charset="0"/>
            </a:endParaRPr>
          </a:p>
          <a:p>
            <a:pPr marL="800100" lvl="1" indent="-342900">
              <a:buFont typeface="Arial" panose="020B0604020202020204" pitchFamily="34" charset="0"/>
              <a:buChar char="•"/>
              <a:defRPr/>
            </a:pPr>
            <a:r>
              <a:rPr lang="en-IN" sz="2000">
                <a:solidFill>
                  <a:prstClr val="black"/>
                </a:solidFill>
                <a:latin typeface="Tw Cen MT" panose="020B0602020104020603" pitchFamily="34" charset="0"/>
              </a:rPr>
              <a:t>In </a:t>
            </a:r>
            <a:r>
              <a:rPr lang="en-IN" sz="2000" err="1">
                <a:solidFill>
                  <a:prstClr val="black"/>
                </a:solidFill>
                <a:latin typeface="Tw Cen MT" panose="020B0602020104020603" pitchFamily="34" charset="0"/>
              </a:rPr>
              <a:t>Keil</a:t>
            </a:r>
            <a:r>
              <a:rPr lang="en-IN" sz="2000">
                <a:solidFill>
                  <a:prstClr val="black"/>
                </a:solidFill>
                <a:latin typeface="Tw Cen MT" panose="020B0602020104020603" pitchFamily="34" charset="0"/>
              </a:rPr>
              <a:t> studio, right clicking the project folder and select “Add </a:t>
            </a:r>
            <a:r>
              <a:rPr lang="en-IN" sz="2000" err="1">
                <a:solidFill>
                  <a:prstClr val="black"/>
                </a:solidFill>
                <a:latin typeface="Tw Cen MT" panose="020B0602020104020603" pitchFamily="34" charset="0"/>
              </a:rPr>
              <a:t>Mbed</a:t>
            </a:r>
            <a:r>
              <a:rPr lang="en-IN" sz="2000">
                <a:solidFill>
                  <a:prstClr val="black"/>
                </a:solidFill>
                <a:latin typeface="Tw Cen MT" panose="020B0602020104020603" pitchFamily="34" charset="0"/>
              </a:rPr>
              <a:t> Library…” option and paste the copied link in the URL field then click next</a:t>
            </a:r>
          </a:p>
          <a:p>
            <a:pPr marL="800100" lvl="1" indent="-342900">
              <a:buFont typeface="Arial" panose="020B0604020202020204" pitchFamily="34" charset="0"/>
              <a:buChar char="•"/>
              <a:defRPr/>
            </a:pPr>
            <a:endParaRPr lang="en-IN" sz="2000">
              <a:solidFill>
                <a:prstClr val="black"/>
              </a:solidFill>
              <a:latin typeface="Tw Cen MT" panose="020B0602020104020603" pitchFamily="34" charset="0"/>
            </a:endParaRPr>
          </a:p>
          <a:p>
            <a:pPr marL="800100" lvl="1" indent="-342900">
              <a:buFont typeface="Arial" panose="020B0604020202020204" pitchFamily="34" charset="0"/>
              <a:buChar char="•"/>
              <a:defRPr/>
            </a:pPr>
            <a:r>
              <a:rPr lang="en-IN" sz="2000">
                <a:solidFill>
                  <a:prstClr val="black"/>
                </a:solidFill>
                <a:latin typeface="Tw Cen MT" panose="020B0602020104020603" pitchFamily="34" charset="0"/>
              </a:rPr>
              <a:t>In the net pop window select “default” under “Release, branch, or tag” field and click finish</a:t>
            </a:r>
          </a:p>
          <a:p>
            <a:pPr marL="800100" lvl="1" indent="-342900">
              <a:buFont typeface="Arial" panose="020B0604020202020204" pitchFamily="34" charset="0"/>
              <a:buChar char="•"/>
              <a:defRPr/>
            </a:pPr>
            <a:endParaRPr lang="en-IN" sz="2000">
              <a:solidFill>
                <a:prstClr val="black"/>
              </a:solidFill>
              <a:latin typeface="Tw Cen MT" panose="020B0602020104020603" pitchFamily="34" charset="0"/>
            </a:endParaRPr>
          </a:p>
          <a:p>
            <a:pPr marL="800100" lvl="1" indent="-342900">
              <a:buFont typeface="Arial" panose="020B0604020202020204" pitchFamily="34" charset="0"/>
              <a:buChar char="•"/>
              <a:defRPr/>
            </a:pPr>
            <a:r>
              <a:rPr lang="en-IN" sz="2000">
                <a:solidFill>
                  <a:prstClr val="black"/>
                </a:solidFill>
                <a:latin typeface="Tw Cen MT" panose="020B0602020104020603" pitchFamily="34" charset="0"/>
              </a:rPr>
              <a:t>Now Check whether “keypad.cpp” and “</a:t>
            </a:r>
            <a:r>
              <a:rPr lang="en-IN" sz="2000" err="1">
                <a:solidFill>
                  <a:prstClr val="black"/>
                </a:solidFill>
                <a:latin typeface="Tw Cen MT" panose="020B0602020104020603" pitchFamily="34" charset="0"/>
              </a:rPr>
              <a:t>keypad.h</a:t>
            </a:r>
            <a:r>
              <a:rPr lang="en-IN" sz="2000">
                <a:solidFill>
                  <a:prstClr val="black"/>
                </a:solidFill>
                <a:latin typeface="Tw Cen MT" panose="020B0602020104020603" pitchFamily="34" charset="0"/>
              </a:rPr>
              <a:t>” files included in your project folder or not</a:t>
            </a:r>
          </a:p>
        </p:txBody>
      </p:sp>
    </p:spTree>
    <p:extLst>
      <p:ext uri="{BB962C8B-B14F-4D97-AF65-F5344CB8AC3E}">
        <p14:creationId xmlns:p14="http://schemas.microsoft.com/office/powerpoint/2010/main" val="2562090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3909-23C3-CBA4-6285-FD733FDD25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1EFB0A-E2C3-025F-446E-8164E8E969B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38071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lvl="0" algn="ctr">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KEYPAD</a:t>
            </a:r>
          </a:p>
        </p:txBody>
      </p:sp>
      <p:sp>
        <p:nvSpPr>
          <p:cNvPr id="8" name="TextBox 7"/>
          <p:cNvSpPr txBox="1"/>
          <p:nvPr/>
        </p:nvSpPr>
        <p:spPr>
          <a:xfrm>
            <a:off x="46422" y="1185378"/>
            <a:ext cx="35707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kumimoji="0" lang="en-IN" sz="28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Program</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443317" y="6650218"/>
            <a:ext cx="711322" cy="207782"/>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pic>
        <p:nvPicPr>
          <p:cNvPr id="14" name="Picture 13"/>
          <p:cNvPicPr>
            <a:picLocks noChangeAspect="1"/>
          </p:cNvPicPr>
          <p:nvPr/>
        </p:nvPicPr>
        <p:blipFill>
          <a:blip r:embed="rId2"/>
          <a:srcRect t="806" r="217" b="-806"/>
          <a:stretch/>
        </p:blipFill>
        <p:spPr>
          <a:xfrm>
            <a:off x="3070565" y="1119073"/>
            <a:ext cx="6609143" cy="5347143"/>
          </a:xfrm>
          <a:prstGeom prst="rect">
            <a:avLst/>
          </a:prstGeom>
        </p:spPr>
      </p:pic>
      <p:sp>
        <p:nvSpPr>
          <p:cNvPr id="15" name="TextBox 14"/>
          <p:cNvSpPr txBox="1"/>
          <p:nvPr/>
        </p:nvSpPr>
        <p:spPr>
          <a:xfrm>
            <a:off x="46422" y="6588542"/>
            <a:ext cx="1152736"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LAB-10</a:t>
            </a:r>
          </a:p>
        </p:txBody>
      </p:sp>
      <p:sp>
        <p:nvSpPr>
          <p:cNvPr id="16" name="TextBox 15"/>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spTree>
    <p:extLst>
      <p:ext uri="{BB962C8B-B14F-4D97-AF65-F5344CB8AC3E}">
        <p14:creationId xmlns:p14="http://schemas.microsoft.com/office/powerpoint/2010/main" val="337917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lvl="0" algn="ctr">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KEYPAD</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517923" y="6650218"/>
            <a:ext cx="636716" cy="207782"/>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pic>
        <p:nvPicPr>
          <p:cNvPr id="18" name="Picture 17"/>
          <p:cNvPicPr>
            <a:picLocks noChangeAspect="1"/>
          </p:cNvPicPr>
          <p:nvPr/>
        </p:nvPicPr>
        <p:blipFill>
          <a:blip r:embed="rId2"/>
          <a:stretch>
            <a:fillRect/>
          </a:stretch>
        </p:blipFill>
        <p:spPr>
          <a:xfrm>
            <a:off x="1103439" y="1210530"/>
            <a:ext cx="5626078" cy="5321177"/>
          </a:xfrm>
          <a:prstGeom prst="rect">
            <a:avLst/>
          </a:prstGeom>
        </p:spPr>
      </p:pic>
      <p:sp>
        <p:nvSpPr>
          <p:cNvPr id="9" name="TextBox 8"/>
          <p:cNvSpPr txBox="1"/>
          <p:nvPr/>
        </p:nvSpPr>
        <p:spPr>
          <a:xfrm>
            <a:off x="289211" y="1437283"/>
            <a:ext cx="362235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kumimoji="0" lang="en-IN" sz="28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Connection diagram</a:t>
            </a:r>
          </a:p>
        </p:txBody>
      </p:sp>
      <p:pic>
        <p:nvPicPr>
          <p:cNvPr id="19" name="Picture 18"/>
          <p:cNvPicPr>
            <a:picLocks noChangeAspect="1"/>
          </p:cNvPicPr>
          <p:nvPr/>
        </p:nvPicPr>
        <p:blipFill>
          <a:blip r:embed="rId3"/>
          <a:stretch>
            <a:fillRect/>
          </a:stretch>
        </p:blipFill>
        <p:spPr>
          <a:xfrm>
            <a:off x="7806208" y="1960503"/>
            <a:ext cx="2908920" cy="1660766"/>
          </a:xfrm>
          <a:prstGeom prst="rect">
            <a:avLst/>
          </a:prstGeom>
        </p:spPr>
      </p:pic>
      <p:sp>
        <p:nvSpPr>
          <p:cNvPr id="21" name="TextBox 20"/>
          <p:cNvSpPr txBox="1"/>
          <p:nvPr/>
        </p:nvSpPr>
        <p:spPr>
          <a:xfrm>
            <a:off x="8083167" y="1217402"/>
            <a:ext cx="1901771"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lang="en-IN" sz="2800" b="1">
                <a:solidFill>
                  <a:srgbClr val="C00000"/>
                </a:solidFill>
                <a:latin typeface="Tw Cen MT" panose="020B0602020104020603" pitchFamily="34" charset="0"/>
                <a:cs typeface="Segoe UI" panose="020B0502040204020203" pitchFamily="34" charset="0"/>
              </a:rPr>
              <a:t>O</a:t>
            </a:r>
            <a:r>
              <a:rPr kumimoji="0" lang="en-IN" sz="2800" b="1" i="0" u="none" strike="noStrike" kern="1200" cap="none" spc="0" normalizeH="0" baseline="0" noProof="0" err="1">
                <a:ln>
                  <a:noFill/>
                </a:ln>
                <a:solidFill>
                  <a:srgbClr val="C00000"/>
                </a:solidFill>
                <a:effectLst/>
                <a:uLnTx/>
                <a:uFillTx/>
                <a:latin typeface="Tw Cen MT" panose="020B0602020104020603" pitchFamily="34" charset="0"/>
                <a:ea typeface="+mn-ea"/>
                <a:cs typeface="Segoe UI" panose="020B0502040204020203" pitchFamily="34" charset="0"/>
              </a:rPr>
              <a:t>utput</a:t>
            </a:r>
            <a:r>
              <a:rPr kumimoji="0" lang="en-IN" sz="28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 </a:t>
            </a:r>
          </a:p>
        </p:txBody>
      </p:sp>
      <p:pic>
        <p:nvPicPr>
          <p:cNvPr id="22" name="Picture 21"/>
          <p:cNvPicPr>
            <a:picLocks noChangeAspect="1"/>
          </p:cNvPicPr>
          <p:nvPr/>
        </p:nvPicPr>
        <p:blipFill>
          <a:blip r:embed="rId4"/>
          <a:stretch>
            <a:fillRect/>
          </a:stretch>
        </p:blipFill>
        <p:spPr>
          <a:xfrm rot="16200000">
            <a:off x="8406766" y="2972875"/>
            <a:ext cx="1624907" cy="3607199"/>
          </a:xfrm>
          <a:prstGeom prst="rect">
            <a:avLst/>
          </a:prstGeom>
        </p:spPr>
      </p:pic>
      <p:sp>
        <p:nvSpPr>
          <p:cNvPr id="23" name="TextBox 22"/>
          <p:cNvSpPr txBox="1"/>
          <p:nvPr/>
        </p:nvSpPr>
        <p:spPr>
          <a:xfrm>
            <a:off x="46422" y="6588542"/>
            <a:ext cx="1152736"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LAB-10</a:t>
            </a:r>
          </a:p>
        </p:txBody>
      </p:sp>
      <p:sp>
        <p:nvSpPr>
          <p:cNvPr id="24" name="TextBox 23"/>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spTree>
    <p:extLst>
      <p:ext uri="{BB962C8B-B14F-4D97-AF65-F5344CB8AC3E}">
        <p14:creationId xmlns:p14="http://schemas.microsoft.com/office/powerpoint/2010/main" val="3967396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82C84-3E8F-0B9F-6AC1-EC6A4F695D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CF2939-BD74-2D87-A54A-FBE7AFF952F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89336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lvl="0" algn="ctr">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KEYPAD</a:t>
            </a:r>
          </a:p>
        </p:txBody>
      </p:sp>
      <p:sp>
        <p:nvSpPr>
          <p:cNvPr id="8" name="TextBox 7"/>
          <p:cNvSpPr txBox="1"/>
          <p:nvPr/>
        </p:nvSpPr>
        <p:spPr>
          <a:xfrm>
            <a:off x="293687" y="1059197"/>
            <a:ext cx="11592251" cy="5232202"/>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
                <a:srgbClr val="DD9D31">
                  <a:lumMod val="75000"/>
                </a:srgbClr>
              </a:buClr>
              <a:buSzTx/>
              <a:buFontTx/>
              <a:buNone/>
              <a:tabLst/>
              <a:defRPr/>
            </a:pPr>
            <a:r>
              <a:rPr lang="en-IN" sz="2800" b="1">
                <a:solidFill>
                  <a:srgbClr val="C00000"/>
                </a:solidFill>
                <a:latin typeface="Tw Cen MT" panose="020B0602020104020603" pitchFamily="34" charset="0"/>
                <a:cs typeface="Segoe UI" panose="020B0502040204020203" pitchFamily="34" charset="0"/>
              </a:rPr>
              <a:t>Lab Task – 2: </a:t>
            </a:r>
            <a:r>
              <a:rPr kumimoji="0" lang="en-IN" sz="28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Password based door locking system</a:t>
            </a:r>
          </a:p>
          <a:p>
            <a:pPr lvl="0" algn="just">
              <a:buClr>
                <a:srgbClr val="DD9D31">
                  <a:lumMod val="75000"/>
                </a:srgbClr>
              </a:buClr>
              <a:defRPr/>
            </a:pPr>
            <a:r>
              <a:rPr kumimoji="0" lang="en-IN" sz="26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Write a </a:t>
            </a:r>
            <a:r>
              <a:rPr kumimoji="0" lang="en-IN" sz="2600" b="0" i="0" u="none" strike="noStrike" kern="1200" cap="none" spc="0" normalizeH="0" baseline="0" noProof="0" err="1">
                <a:ln>
                  <a:noFill/>
                </a:ln>
                <a:solidFill>
                  <a:prstClr val="black"/>
                </a:solidFill>
                <a:effectLst/>
                <a:uLnTx/>
                <a:uFillTx/>
                <a:latin typeface="Tw Cen MT" panose="020B0602020104020603" pitchFamily="34" charset="0"/>
                <a:ea typeface="+mn-ea"/>
                <a:cs typeface="Segoe UI" panose="020B0502040204020203" pitchFamily="34" charset="0"/>
              </a:rPr>
              <a:t>mbed</a:t>
            </a:r>
            <a:r>
              <a:rPr kumimoji="0" lang="en-IN" sz="2600" b="0" i="0" u="none" strike="noStrike" kern="1200" cap="none" spc="0" normalizeH="0" noProof="0">
                <a:ln>
                  <a:noFill/>
                </a:ln>
                <a:solidFill>
                  <a:prstClr val="black"/>
                </a:solidFill>
                <a:effectLst/>
                <a:uLnTx/>
                <a:uFillTx/>
                <a:latin typeface="Tw Cen MT" panose="020B0602020104020603" pitchFamily="34" charset="0"/>
                <a:ea typeface="+mn-ea"/>
                <a:cs typeface="Segoe UI" panose="020B0502040204020203" pitchFamily="34" charset="0"/>
              </a:rPr>
              <a:t> C++</a:t>
            </a:r>
            <a:r>
              <a:rPr kumimoji="0" lang="en-IN" sz="26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 program to design a password based door locking system in which the system accept 4-digit password (last 4-digit of your reg. no) via keypad</a:t>
            </a:r>
            <a:r>
              <a:rPr lang="en-IN" sz="2600">
                <a:solidFill>
                  <a:prstClr val="black"/>
                </a:solidFill>
                <a:latin typeface="Tw Cen MT" panose="020B0602020104020603" pitchFamily="34" charset="0"/>
                <a:cs typeface="Segoe UI" panose="020B0502040204020203" pitchFamily="34" charset="0"/>
              </a:rPr>
              <a:t>. Use the LCD display to message “Enter Password” on the first line and display * symbol on the second line of the LCD to represent every digit of the password entered. Check </a:t>
            </a:r>
            <a:r>
              <a:rPr kumimoji="0" lang="en-IN" sz="26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whether entered password matches with actual</a:t>
            </a:r>
            <a:r>
              <a:rPr kumimoji="0" lang="en-IN" sz="2600" b="0" i="0" u="none" strike="noStrike" kern="1200" cap="none" spc="0" normalizeH="0" noProof="0">
                <a:ln>
                  <a:noFill/>
                </a:ln>
                <a:solidFill>
                  <a:prstClr val="black"/>
                </a:solidFill>
                <a:effectLst/>
                <a:uLnTx/>
                <a:uFillTx/>
                <a:latin typeface="Tw Cen MT" panose="020B0602020104020603" pitchFamily="34" charset="0"/>
                <a:ea typeface="+mn-ea"/>
                <a:cs typeface="Segoe UI" panose="020B0502040204020203" pitchFamily="34" charset="0"/>
              </a:rPr>
              <a:t> password, if </a:t>
            </a:r>
            <a:r>
              <a:rPr lang="en-IN" sz="2600" noProof="0">
                <a:solidFill>
                  <a:prstClr val="black"/>
                </a:solidFill>
                <a:latin typeface="Tw Cen MT" panose="020B0602020104020603" pitchFamily="34" charset="0"/>
                <a:cs typeface="Segoe UI" panose="020B0502040204020203" pitchFamily="34" charset="0"/>
              </a:rPr>
              <a:t>matched activate the </a:t>
            </a:r>
            <a:r>
              <a:rPr lang="en-IN" sz="2600">
                <a:solidFill>
                  <a:prstClr val="black"/>
                </a:solidFill>
                <a:latin typeface="Tw Cen MT" panose="020B0602020104020603" pitchFamily="34" charset="0"/>
                <a:cs typeface="Segoe UI" panose="020B0502040204020203" pitchFamily="34" charset="0"/>
              </a:rPr>
              <a:t>servo to open the door else also display message “Correct Password” on LCD first line and “Door opening” message on the LCD second line. If password not matched, activate the buzzer also display message “Incorrect Password” on LCD first line and “Door can’t open” message on the LCD second line. </a:t>
            </a:r>
            <a:r>
              <a:rPr lang="en-IN" sz="2400">
                <a:solidFill>
                  <a:prstClr val="black"/>
                </a:solidFill>
                <a:latin typeface="Tw Cen MT" panose="020B0602020104020603" pitchFamily="34" charset="0"/>
                <a:cs typeface="Segoe UI" panose="020B0502040204020203" pitchFamily="34" charset="0"/>
              </a:rPr>
              <a:t>Assume LCD operates in 4-bit with EN and RS active state. Design and verify this logic on Nucleo 152RE board using online </a:t>
            </a:r>
            <a:r>
              <a:rPr lang="en-IN" sz="2400" err="1">
                <a:solidFill>
                  <a:prstClr val="black"/>
                </a:solidFill>
                <a:latin typeface="Tw Cen MT" panose="020B0602020104020603" pitchFamily="34" charset="0"/>
                <a:cs typeface="Segoe UI" panose="020B0502040204020203" pitchFamily="34" charset="0"/>
              </a:rPr>
              <a:t>Keil</a:t>
            </a:r>
            <a:r>
              <a:rPr lang="en-IN" sz="2400">
                <a:solidFill>
                  <a:prstClr val="black"/>
                </a:solidFill>
                <a:latin typeface="Tw Cen MT" panose="020B0602020104020603" pitchFamily="34" charset="0"/>
                <a:cs typeface="Segoe UI" panose="020B0502040204020203" pitchFamily="34" charset="0"/>
              </a:rPr>
              <a:t> Studio platform.</a:t>
            </a:r>
          </a:p>
        </p:txBody>
      </p:sp>
      <p:sp>
        <p:nvSpPr>
          <p:cNvPr id="10" name="Round Same Side Corner Rectangle 9"/>
          <p:cNvSpPr/>
          <p:nvPr/>
        </p:nvSpPr>
        <p:spPr>
          <a:xfrm>
            <a:off x="140031" y="139670"/>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456377" y="6650218"/>
            <a:ext cx="698262" cy="137444"/>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9" name="TextBox 8"/>
          <p:cNvSpPr txBox="1"/>
          <p:nvPr/>
        </p:nvSpPr>
        <p:spPr>
          <a:xfrm>
            <a:off x="46422" y="6588542"/>
            <a:ext cx="1152736"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LAB-10</a:t>
            </a:r>
          </a:p>
        </p:txBody>
      </p:sp>
      <p:sp>
        <p:nvSpPr>
          <p:cNvPr id="13" name="TextBox 12"/>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spTree>
    <p:extLst>
      <p:ext uri="{BB962C8B-B14F-4D97-AF65-F5344CB8AC3E}">
        <p14:creationId xmlns:p14="http://schemas.microsoft.com/office/powerpoint/2010/main" val="3356252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lvl="0" algn="ctr">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KEYPAD</a:t>
            </a:r>
          </a:p>
        </p:txBody>
      </p:sp>
      <p:sp>
        <p:nvSpPr>
          <p:cNvPr id="8" name="TextBox 7"/>
          <p:cNvSpPr txBox="1"/>
          <p:nvPr/>
        </p:nvSpPr>
        <p:spPr>
          <a:xfrm>
            <a:off x="1199161" y="989162"/>
            <a:ext cx="35707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kumimoji="0" lang="en-IN" sz="28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Program</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421208" y="6650604"/>
            <a:ext cx="618388" cy="207396"/>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pic>
        <p:nvPicPr>
          <p:cNvPr id="2" name="Picture 1"/>
          <p:cNvPicPr>
            <a:picLocks noChangeAspect="1"/>
          </p:cNvPicPr>
          <p:nvPr/>
        </p:nvPicPr>
        <p:blipFill>
          <a:blip r:embed="rId2"/>
          <a:stretch>
            <a:fillRect/>
          </a:stretch>
        </p:blipFill>
        <p:spPr>
          <a:xfrm>
            <a:off x="372633" y="1574058"/>
            <a:ext cx="5430613" cy="4705934"/>
          </a:xfrm>
          <a:prstGeom prst="rect">
            <a:avLst/>
          </a:prstGeom>
        </p:spPr>
      </p:pic>
      <p:pic>
        <p:nvPicPr>
          <p:cNvPr id="3" name="Picture 2"/>
          <p:cNvPicPr>
            <a:picLocks noChangeAspect="1"/>
          </p:cNvPicPr>
          <p:nvPr/>
        </p:nvPicPr>
        <p:blipFill>
          <a:blip r:embed="rId3"/>
          <a:stretch>
            <a:fillRect/>
          </a:stretch>
        </p:blipFill>
        <p:spPr>
          <a:xfrm>
            <a:off x="5896855" y="527004"/>
            <a:ext cx="4533995" cy="3051041"/>
          </a:xfrm>
          <a:prstGeom prst="rect">
            <a:avLst/>
          </a:prstGeom>
        </p:spPr>
      </p:pic>
      <p:pic>
        <p:nvPicPr>
          <p:cNvPr id="4" name="Picture 3"/>
          <p:cNvPicPr>
            <a:picLocks noChangeAspect="1"/>
          </p:cNvPicPr>
          <p:nvPr/>
        </p:nvPicPr>
        <p:blipFill>
          <a:blip r:embed="rId4"/>
          <a:srcRect l="-858" t="-4655" r="-2575" b="5989"/>
          <a:stretch/>
        </p:blipFill>
        <p:spPr>
          <a:xfrm>
            <a:off x="5898269" y="3537502"/>
            <a:ext cx="3848063" cy="2587147"/>
          </a:xfrm>
          <a:prstGeom prst="rect">
            <a:avLst/>
          </a:prstGeom>
        </p:spPr>
      </p:pic>
      <p:sp>
        <p:nvSpPr>
          <p:cNvPr id="13" name="TextBox 12"/>
          <p:cNvSpPr txBox="1"/>
          <p:nvPr/>
        </p:nvSpPr>
        <p:spPr>
          <a:xfrm>
            <a:off x="46422" y="6588542"/>
            <a:ext cx="1152736"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LAB-10</a:t>
            </a:r>
          </a:p>
        </p:txBody>
      </p:sp>
      <p:sp>
        <p:nvSpPr>
          <p:cNvPr id="15" name="TextBox 14"/>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spTree>
    <p:extLst>
      <p:ext uri="{BB962C8B-B14F-4D97-AF65-F5344CB8AC3E}">
        <p14:creationId xmlns:p14="http://schemas.microsoft.com/office/powerpoint/2010/main" val="2118124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9F871-70DA-5503-3774-761D678CD7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FDF84C-2D6A-ADD8-B556-E5CB2541331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8531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02044" y="1086747"/>
            <a:ext cx="6331509" cy="5501022"/>
          </a:xfrm>
          <a:prstGeom prst="rect">
            <a:avLst/>
          </a:prstGeom>
        </p:spPr>
      </p:pic>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lvl="0" algn="ctr">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KEYPAD</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526715" y="6650218"/>
            <a:ext cx="627924" cy="245328"/>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9" name="TextBox 8"/>
          <p:cNvSpPr txBox="1"/>
          <p:nvPr/>
        </p:nvSpPr>
        <p:spPr>
          <a:xfrm>
            <a:off x="329389" y="1278957"/>
            <a:ext cx="295275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kumimoji="0" lang="en-IN" sz="24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Connection diagram</a:t>
            </a:r>
          </a:p>
        </p:txBody>
      </p:sp>
      <p:sp>
        <p:nvSpPr>
          <p:cNvPr id="21" name="TextBox 20"/>
          <p:cNvSpPr txBox="1"/>
          <p:nvPr/>
        </p:nvSpPr>
        <p:spPr>
          <a:xfrm>
            <a:off x="8283982" y="949104"/>
            <a:ext cx="1901771"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lang="en-IN" sz="2800" b="1">
                <a:solidFill>
                  <a:srgbClr val="C00000"/>
                </a:solidFill>
                <a:latin typeface="Tw Cen MT" panose="020B0602020104020603" pitchFamily="34" charset="0"/>
                <a:cs typeface="Segoe UI" panose="020B0502040204020203" pitchFamily="34" charset="0"/>
              </a:rPr>
              <a:t>O</a:t>
            </a:r>
            <a:r>
              <a:rPr kumimoji="0" lang="en-IN" sz="2800" b="1" i="0" u="none" strike="noStrike" kern="1200" cap="none" spc="0" normalizeH="0" baseline="0" noProof="0" err="1">
                <a:ln>
                  <a:noFill/>
                </a:ln>
                <a:solidFill>
                  <a:srgbClr val="C00000"/>
                </a:solidFill>
                <a:effectLst/>
                <a:uLnTx/>
                <a:uFillTx/>
                <a:latin typeface="Tw Cen MT" panose="020B0602020104020603" pitchFamily="34" charset="0"/>
                <a:ea typeface="+mn-ea"/>
                <a:cs typeface="Segoe UI" panose="020B0502040204020203" pitchFamily="34" charset="0"/>
              </a:rPr>
              <a:t>utput</a:t>
            </a:r>
            <a:r>
              <a:rPr kumimoji="0" lang="en-IN" sz="28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 </a:t>
            </a:r>
          </a:p>
        </p:txBody>
      </p:sp>
      <p:pic>
        <p:nvPicPr>
          <p:cNvPr id="3" name="Picture 2"/>
          <p:cNvPicPr>
            <a:picLocks noChangeAspect="1"/>
          </p:cNvPicPr>
          <p:nvPr/>
        </p:nvPicPr>
        <p:blipFill>
          <a:blip r:embed="rId3"/>
          <a:stretch>
            <a:fillRect/>
          </a:stretch>
        </p:blipFill>
        <p:spPr>
          <a:xfrm>
            <a:off x="7917307" y="1472324"/>
            <a:ext cx="2635119" cy="1810387"/>
          </a:xfrm>
          <a:prstGeom prst="rect">
            <a:avLst/>
          </a:prstGeom>
        </p:spPr>
      </p:pic>
      <p:pic>
        <p:nvPicPr>
          <p:cNvPr id="4" name="Picture 3"/>
          <p:cNvPicPr>
            <a:picLocks noChangeAspect="1"/>
          </p:cNvPicPr>
          <p:nvPr/>
        </p:nvPicPr>
        <p:blipFill>
          <a:blip r:embed="rId4"/>
          <a:stretch>
            <a:fillRect/>
          </a:stretch>
        </p:blipFill>
        <p:spPr>
          <a:xfrm>
            <a:off x="7917307" y="3359667"/>
            <a:ext cx="2635119" cy="1620882"/>
          </a:xfrm>
          <a:prstGeom prst="rect">
            <a:avLst/>
          </a:prstGeom>
        </p:spPr>
      </p:pic>
      <p:pic>
        <p:nvPicPr>
          <p:cNvPr id="6" name="Picture 5"/>
          <p:cNvPicPr>
            <a:picLocks noChangeAspect="1"/>
          </p:cNvPicPr>
          <p:nvPr/>
        </p:nvPicPr>
        <p:blipFill>
          <a:blip r:embed="rId5"/>
          <a:stretch>
            <a:fillRect/>
          </a:stretch>
        </p:blipFill>
        <p:spPr>
          <a:xfrm>
            <a:off x="7917307" y="5071451"/>
            <a:ext cx="2635119" cy="1425415"/>
          </a:xfrm>
          <a:prstGeom prst="rect">
            <a:avLst/>
          </a:prstGeom>
        </p:spPr>
      </p:pic>
      <p:sp>
        <p:nvSpPr>
          <p:cNvPr id="16" name="TextBox 15"/>
          <p:cNvSpPr txBox="1"/>
          <p:nvPr/>
        </p:nvSpPr>
        <p:spPr>
          <a:xfrm>
            <a:off x="46422" y="6588542"/>
            <a:ext cx="1152736"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LAB-10</a:t>
            </a:r>
          </a:p>
        </p:txBody>
      </p:sp>
      <p:sp>
        <p:nvSpPr>
          <p:cNvPr id="17" name="TextBox 1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spTree>
    <p:extLst>
      <p:ext uri="{BB962C8B-B14F-4D97-AF65-F5344CB8AC3E}">
        <p14:creationId xmlns:p14="http://schemas.microsoft.com/office/powerpoint/2010/main" val="288793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lvl="0" algn="ctr">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KEYPAD</a:t>
            </a:r>
          </a:p>
        </p:txBody>
      </p:sp>
      <p:sp>
        <p:nvSpPr>
          <p:cNvPr id="8" name="TextBox 7"/>
          <p:cNvSpPr txBox="1"/>
          <p:nvPr/>
        </p:nvSpPr>
        <p:spPr>
          <a:xfrm>
            <a:off x="293687" y="1059197"/>
            <a:ext cx="11592251" cy="535531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DD9D31">
                  <a:lumMod val="75000"/>
                </a:srgbClr>
              </a:buClr>
              <a:buSzTx/>
              <a:buFontTx/>
              <a:buNone/>
              <a:tabLst/>
              <a:defRPr/>
            </a:pPr>
            <a:r>
              <a:rPr kumimoji="0" lang="en-IN" sz="2800" b="1"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 Challenging Task: Home security system</a:t>
            </a:r>
          </a:p>
          <a:p>
            <a:pPr lvl="0" algn="just">
              <a:buClr>
                <a:srgbClr val="DD9D31">
                  <a:lumMod val="75000"/>
                </a:srgbClr>
              </a:buClr>
              <a:defRPr/>
            </a:pPr>
            <a:r>
              <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Write a </a:t>
            </a:r>
            <a:r>
              <a:rPr lang="en-IN" sz="2400" err="1">
                <a:solidFill>
                  <a:prstClr val="black"/>
                </a:solidFill>
                <a:latin typeface="Tw Cen MT" panose="020B0602020104020603" pitchFamily="34" charset="0"/>
                <a:cs typeface="Segoe UI" panose="020B0502040204020203" pitchFamily="34" charset="0"/>
              </a:rPr>
              <a:t>mbed</a:t>
            </a:r>
            <a:r>
              <a:rPr lang="en-IN" sz="2400">
                <a:solidFill>
                  <a:prstClr val="black"/>
                </a:solidFill>
                <a:latin typeface="Tw Cen MT" panose="020B0602020104020603" pitchFamily="34" charset="0"/>
                <a:cs typeface="Segoe UI" panose="020B0502040204020203" pitchFamily="34" charset="0"/>
              </a:rPr>
              <a:t> C++</a:t>
            </a:r>
            <a:r>
              <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program to design home security system that consists of three main modules (1) Intruder detection (2) Activate</a:t>
            </a:r>
            <a:r>
              <a:rPr kumimoji="0" lang="en-IN" sz="2400" b="0" i="0" u="none" strike="noStrike" kern="1200" cap="none" spc="0" normalizeH="0" noProof="0">
                <a:ln>
                  <a:noFill/>
                </a:ln>
                <a:solidFill>
                  <a:prstClr val="black"/>
                </a:solidFill>
                <a:effectLst/>
                <a:uLnTx/>
                <a:uFillTx/>
                <a:latin typeface="Tw Cen MT" panose="020B0602020104020603" pitchFamily="34" charset="0"/>
                <a:cs typeface="Segoe UI" panose="020B0502040204020203" pitchFamily="34" charset="0"/>
              </a:rPr>
              <a:t> fence light </a:t>
            </a:r>
            <a:r>
              <a:rPr lang="en-IN" sz="2400">
                <a:solidFill>
                  <a:prstClr val="black"/>
                </a:solidFill>
                <a:latin typeface="Tw Cen MT" panose="020B0602020104020603" pitchFamily="34" charset="0"/>
                <a:cs typeface="Segoe UI" panose="020B0502040204020203" pitchFamily="34" charset="0"/>
              </a:rPr>
              <a:t>during night time </a:t>
            </a:r>
            <a:r>
              <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(2) password based door lock system</a:t>
            </a:r>
            <a:r>
              <a:rPr kumimoji="0" lang="en-IN" sz="26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 </a:t>
            </a:r>
          </a:p>
          <a:p>
            <a:pPr marL="914400" lvl="1" indent="-457200" algn="just">
              <a:buClr>
                <a:srgbClr val="DD9D31">
                  <a:lumMod val="75000"/>
                </a:srgbClr>
              </a:buClr>
              <a:buFont typeface="+mj-lt"/>
              <a:buAutoNum type="arabicParenR"/>
              <a:defRPr/>
            </a:pPr>
            <a:r>
              <a:rPr kumimoji="0" lang="en-IN" sz="22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The intruder detection system consists of PIR sensor interfaced with processing unit to detect and alert under human presence condition. </a:t>
            </a:r>
          </a:p>
          <a:p>
            <a:pPr marL="914400" lvl="1" indent="-457200" algn="just">
              <a:buClr>
                <a:srgbClr val="DD9D31">
                  <a:lumMod val="75000"/>
                </a:srgbClr>
              </a:buClr>
              <a:buFont typeface="+mj-lt"/>
              <a:buAutoNum type="arabicParenR"/>
              <a:defRPr/>
            </a:pPr>
            <a:endParaRPr kumimoji="0" lang="en-IN" sz="12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endParaRPr>
          </a:p>
          <a:p>
            <a:pPr marL="914400" lvl="1" indent="-457200" algn="just">
              <a:buClr>
                <a:srgbClr val="DD9D31">
                  <a:lumMod val="75000"/>
                </a:srgbClr>
              </a:buClr>
              <a:buFont typeface="+mj-lt"/>
              <a:buAutoNum type="arabicParenR"/>
              <a:defRPr/>
            </a:pPr>
            <a:r>
              <a:rPr kumimoji="0" lang="en-IN" sz="22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Automatically a</a:t>
            </a:r>
            <a:r>
              <a:rPr lang="en-IN" sz="2200" err="1">
                <a:solidFill>
                  <a:prstClr val="black"/>
                </a:solidFill>
                <a:latin typeface="Tw Cen MT" panose="020B0602020104020603" pitchFamily="34" charset="0"/>
                <a:cs typeface="Segoe UI" panose="020B0502040204020203" pitchFamily="34" charset="0"/>
              </a:rPr>
              <a:t>ctivate</a:t>
            </a:r>
            <a:r>
              <a:rPr lang="en-IN" sz="2200">
                <a:solidFill>
                  <a:prstClr val="black"/>
                </a:solidFill>
                <a:latin typeface="Tw Cen MT" panose="020B0602020104020603" pitchFamily="34" charset="0"/>
                <a:cs typeface="Segoe UI" panose="020B0502040204020203" pitchFamily="34" charset="0"/>
              </a:rPr>
              <a:t> the fence lights during night time using LDR. </a:t>
            </a:r>
          </a:p>
          <a:p>
            <a:pPr marL="914400" lvl="1" indent="-457200" algn="just">
              <a:buClr>
                <a:srgbClr val="DD9D31">
                  <a:lumMod val="75000"/>
                </a:srgbClr>
              </a:buClr>
              <a:buFont typeface="+mj-lt"/>
              <a:buAutoNum type="arabicParenR"/>
              <a:defRPr/>
            </a:pPr>
            <a:endParaRPr lang="en-IN" sz="1200">
              <a:solidFill>
                <a:prstClr val="black"/>
              </a:solidFill>
              <a:latin typeface="Tw Cen MT" panose="020B0602020104020603" pitchFamily="34" charset="0"/>
              <a:cs typeface="Segoe UI" panose="020B0502040204020203" pitchFamily="34" charset="0"/>
            </a:endParaRPr>
          </a:p>
          <a:p>
            <a:pPr marL="914400" lvl="1" indent="-457200" algn="just">
              <a:buClr>
                <a:srgbClr val="DD9D31">
                  <a:lumMod val="75000"/>
                </a:srgbClr>
              </a:buClr>
              <a:buFont typeface="+mj-lt"/>
              <a:buAutoNum type="arabicParenR"/>
              <a:defRPr/>
            </a:pPr>
            <a:r>
              <a:rPr lang="en-IN" sz="2200">
                <a:solidFill>
                  <a:prstClr val="black"/>
                </a:solidFill>
                <a:latin typeface="Tw Cen MT" panose="020B0602020104020603" pitchFamily="34" charset="0"/>
                <a:cs typeface="Segoe UI" panose="020B0502040204020203" pitchFamily="34" charset="0"/>
              </a:rPr>
              <a:t>P</a:t>
            </a:r>
            <a:r>
              <a:rPr kumimoji="0" lang="en-IN" sz="2200" b="0" i="0" u="none" strike="noStrike" kern="1200" cap="none" spc="0" normalizeH="0" baseline="0" noProof="0" err="1">
                <a:ln>
                  <a:noFill/>
                </a:ln>
                <a:solidFill>
                  <a:prstClr val="black"/>
                </a:solidFill>
                <a:effectLst/>
                <a:uLnTx/>
                <a:uFillTx/>
                <a:latin typeface="Tw Cen MT" panose="020B0602020104020603" pitchFamily="34" charset="0"/>
                <a:cs typeface="Segoe UI" panose="020B0502040204020203" pitchFamily="34" charset="0"/>
              </a:rPr>
              <a:t>assword</a:t>
            </a:r>
            <a:r>
              <a:rPr kumimoji="0" lang="en-IN" sz="22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 based door lock system uses numeric keypad to accept the password (last 4-digit of your reg. no) from user and LCD to display the message whether permission is granted or not. Upon receiving correct password signal, enable motor to open the door. </a:t>
            </a:r>
          </a:p>
          <a:p>
            <a:pPr lvl="1" algn="just">
              <a:buClr>
                <a:srgbClr val="DD9D31">
                  <a:lumMod val="75000"/>
                </a:srgbClr>
              </a:buClr>
              <a:defRPr/>
            </a:pPr>
            <a:endParaRPr kumimoji="0" lang="en-IN" sz="12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endParaRPr>
          </a:p>
          <a:p>
            <a:pPr lvl="0" algn="just">
              <a:buClr>
                <a:srgbClr val="DD9D31">
                  <a:lumMod val="75000"/>
                </a:srgbClr>
              </a:buClr>
              <a:defRPr/>
            </a:pPr>
            <a:r>
              <a:rPr kumimoji="0" lang="en-IN" sz="2400" b="0" i="0" u="none" strike="noStrike" kern="1200" cap="none" spc="0" normalizeH="0" baseline="0" noProof="0">
                <a:ln>
                  <a:noFill/>
                </a:ln>
                <a:solidFill>
                  <a:prstClr val="black"/>
                </a:solidFill>
                <a:effectLst/>
                <a:uLnTx/>
                <a:uFillTx/>
                <a:latin typeface="Tw Cen MT" panose="020B0602020104020603" pitchFamily="34" charset="0"/>
                <a:cs typeface="Segoe UI" panose="020B0502040204020203" pitchFamily="34" charset="0"/>
              </a:rPr>
              <a:t>In case of password mismatch or intruder detection condition activate the buzzer. </a:t>
            </a:r>
            <a:r>
              <a:rPr lang="en-IN" sz="2400">
                <a:solidFill>
                  <a:prstClr val="black"/>
                </a:solidFill>
                <a:latin typeface="Tw Cen MT" panose="020B0602020104020603" pitchFamily="34" charset="0"/>
                <a:cs typeface="Segoe UI" panose="020B0502040204020203" pitchFamily="34" charset="0"/>
              </a:rPr>
              <a:t>Assume LCD operates in 4-bit with EN and RS active state. Design and verify this logic on Nucleo 152RE board using online </a:t>
            </a:r>
            <a:r>
              <a:rPr lang="en-IN" sz="2400" err="1">
                <a:solidFill>
                  <a:prstClr val="black"/>
                </a:solidFill>
                <a:latin typeface="Tw Cen MT" panose="020B0602020104020603" pitchFamily="34" charset="0"/>
                <a:cs typeface="Segoe UI" panose="020B0502040204020203" pitchFamily="34" charset="0"/>
              </a:rPr>
              <a:t>Keil</a:t>
            </a:r>
            <a:r>
              <a:rPr lang="en-IN" sz="2400">
                <a:solidFill>
                  <a:prstClr val="black"/>
                </a:solidFill>
                <a:latin typeface="Tw Cen MT" panose="020B0602020104020603" pitchFamily="34" charset="0"/>
                <a:cs typeface="Segoe UI" panose="020B0502040204020203" pitchFamily="34" charset="0"/>
              </a:rPr>
              <a:t> Studio platform.</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553092" y="6650218"/>
            <a:ext cx="601547" cy="207782"/>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3DF17193-CF08-4BF3-A8F6-379625FD2D38}"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9" name="TextBox 8"/>
          <p:cNvSpPr txBox="1"/>
          <p:nvPr/>
        </p:nvSpPr>
        <p:spPr>
          <a:xfrm>
            <a:off x="46422" y="6588542"/>
            <a:ext cx="1152736"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LAB-10</a:t>
            </a:r>
          </a:p>
        </p:txBody>
      </p:sp>
      <p:sp>
        <p:nvSpPr>
          <p:cNvPr id="13" name="TextBox 12"/>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 - EMBEDDED SYSTEM DESIGN</a:t>
            </a:r>
          </a:p>
        </p:txBody>
      </p:sp>
    </p:spTree>
    <p:extLst>
      <p:ext uri="{BB962C8B-B14F-4D97-AF65-F5344CB8AC3E}">
        <p14:creationId xmlns:p14="http://schemas.microsoft.com/office/powerpoint/2010/main" val="3778719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 type=&quot;3&quot; unique_id=&quot;10086&quot;&gt;&lt;property id=&quot;20148&quot; value=&quot;5&quot;/&gt;&lt;property id=&quot;20300&quot; value=&quot;Slide 11 - &amp;quot;THANK   YOU&amp;quot;&quot;/&gt;&lt;property id=&quot;20307&quot; value=&quot;259&quot;/&gt;&lt;/object&gt;&lt;object type=&quot;3&quot; unique_id=&quot;10213&quot;&gt;&lt;property id=&quot;20148&quot; value=&quot;5&quot;/&gt;&lt;property id=&quot;20300&quot; value=&quot;Slide 2&quot;/&gt;&lt;property id=&quot;20307&quot; value=&quot;260&quot;/&gt;&lt;/object&gt;&lt;object type=&quot;3&quot; unique_id=&quot;10451&quot;&gt;&lt;property id=&quot;20148&quot; value=&quot;5&quot;/&gt;&lt;property id=&quot;20300&quot; value=&quot;Slide 3&quot;/&gt;&lt;property id=&quot;20307&quot; value=&quot;267&quot;/&gt;&lt;/object&gt;&lt;object type=&quot;3&quot; unique_id=&quot;10717&quot;&gt;&lt;property id=&quot;20148&quot; value=&quot;5&quot;/&gt;&lt;property id=&quot;20300&quot; value=&quot;Slide 4&quot;/&gt;&lt;property id=&quot;20307&quot; value=&quot;268&quot;/&gt;&lt;/object&gt;&lt;object type=&quot;3&quot; unique_id=&quot;10718&quot;&gt;&lt;property id=&quot;20148&quot; value=&quot;5&quot;/&gt;&lt;property id=&quot;20300&quot; value=&quot;Slide 5&quot;/&gt;&lt;property id=&quot;20307&quot; value=&quot;269&quot;/&gt;&lt;/object&gt;&lt;object type=&quot;3&quot; unique_id=&quot;10719&quot;&gt;&lt;property id=&quot;20148&quot; value=&quot;5&quot;/&gt;&lt;property id=&quot;20300&quot; value=&quot;Slide 6&quot;/&gt;&lt;property id=&quot;20307&quot; value=&quot;270&quot;/&gt;&lt;/object&gt;&lt;object type=&quot;3&quot; unique_id=&quot;10788&quot;&gt;&lt;property id=&quot;20148&quot; value=&quot;5&quot;/&gt;&lt;property id=&quot;20300&quot; value=&quot;Slide 7&quot;/&gt;&lt;property id=&quot;20307&quot; value=&quot;271&quot;/&gt;&lt;/object&gt;&lt;object type=&quot;3&quot; unique_id=&quot;10819&quot;&gt;&lt;property id=&quot;20148&quot; value=&quot;5&quot;/&gt;&lt;property id=&quot;20300&quot; value=&quot;Slide 8&quot;/&gt;&lt;property id=&quot;20307&quot; value=&quot;272&quot;/&gt;&lt;/object&gt;&lt;object type=&quot;3&quot; unique_id=&quot;10875&quot;&gt;&lt;property id=&quot;20148&quot; value=&quot;5&quot;/&gt;&lt;property id=&quot;20300&quot; value=&quot;Slide 9&quot;/&gt;&lt;property id=&quot;20307&quot; value=&quot;273&quot;/&gt;&lt;/object&gt;&lt;object type=&quot;3&quot; unique_id=&quot;10912&quot;&gt;&lt;property id=&quot;20148&quot; value=&quot;5&quot;/&gt;&lt;property id=&quot;20300&quot; value=&quot;Slide 10&quot;/&gt;&lt;property id=&quot;20307&quot; value=&quot;274&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30828B62F68548B536606B169F73C7" ma:contentTypeVersion="4" ma:contentTypeDescription="Create a new document." ma:contentTypeScope="" ma:versionID="e81a1a7dd6fade02954d078aa3427748">
  <xsd:schema xmlns:xsd="http://www.w3.org/2001/XMLSchema" xmlns:xs="http://www.w3.org/2001/XMLSchema" xmlns:p="http://schemas.microsoft.com/office/2006/metadata/properties" xmlns:ns2="f8b3528e-c29d-4111-b526-c93a7a094c4f" targetNamespace="http://schemas.microsoft.com/office/2006/metadata/properties" ma:root="true" ma:fieldsID="09227fdc07b02cec8d2dcb19b26e5d97" ns2:_="">
    <xsd:import namespace="f8b3528e-c29d-4111-b526-c93a7a094c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b3528e-c29d-4111-b526-c93a7a094c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ED1982-A69E-4830-9109-32B18EE5E99B}">
  <ds:schemaRefs>
    <ds:schemaRef ds:uri="f8b3528e-c29d-4111-b526-c93a7a094c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61F724D-9B2B-4445-AED3-F450F35D12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TC103457452[[fn=Celestial]]</Template>
  <TotalTime>0</TotalTime>
  <Words>1153</Words>
  <Application>Microsoft Office PowerPoint</Application>
  <PresentationFormat>Widescreen</PresentationFormat>
  <Paragraphs>130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Century Gothic</vt:lpstr>
      <vt:lpstr>Tw Cen MT</vt:lpstr>
      <vt:lpstr>Wingdings</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FPGA Based Flexible Autopilot Platform for Unmanned Systems</dc:title>
  <dc:creator>Naveen Raja N</dc:creator>
  <cp:lastModifiedBy>prnv1588870@gmail.com</cp:lastModifiedBy>
  <cp:revision>8</cp:revision>
  <dcterms:created xsi:type="dcterms:W3CDTF">2013-10-21T17:01:43Z</dcterms:created>
  <dcterms:modified xsi:type="dcterms:W3CDTF">2024-11-20T00:51:42Z</dcterms:modified>
</cp:coreProperties>
</file>