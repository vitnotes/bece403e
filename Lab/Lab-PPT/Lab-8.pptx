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3"/>
  </p:sldMasterIdLst>
  <p:sldIdLst>
    <p:sldId id="283" r:id="rId4"/>
    <p:sldId id="286" r:id="rId5"/>
    <p:sldId id="345" r:id="rId6"/>
    <p:sldId id="347" r:id="rId7"/>
    <p:sldId id="355" r:id="rId8"/>
    <p:sldId id="354" r:id="rId9"/>
    <p:sldId id="296" r:id="rId10"/>
    <p:sldId id="349" r:id="rId11"/>
    <p:sldId id="356" r:id="rId12"/>
    <p:sldId id="321" r:id="rId13"/>
    <p:sldId id="357" r:id="rId14"/>
    <p:sldId id="358" r:id="rId15"/>
    <p:sldId id="359" r:id="rId16"/>
    <p:sldId id="360" r:id="rId17"/>
    <p:sldId id="259" r:id="rId18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3300"/>
    <a:srgbClr val="FF9900"/>
    <a:srgbClr val="04DA18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BD2338-4BB6-4356-BB96-9485170D7F8B}" v="1" dt="2024-09-18T05:53:12.414"/>
    <p1510:client id="{46DBFA1C-4A8C-9C2E-8BA5-83AF3BF0EF97}" v="2" dt="2024-09-18T07:19:44.642"/>
    <p1510:client id="{9E8933D6-E7E0-1F91-6A0C-BD8E2CE58DF5}" v="1" dt="2024-09-17T18:20:00.481"/>
    <p1510:client id="{B08A53BF-2D86-91F9-92DC-DBE8AE5B8622}" v="1" dt="2024-09-17T17:35:36.628"/>
    <p1510:client id="{BDA3AC66-3383-2610-BD4A-ECD652280834}" v="2" dt="2024-09-17T16:47:21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1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un G" userId="S::varun.g2021c@vitstudent.ac.in::46db14ec-8f9c-4fe1-8ee6-90aaaca6e5d8" providerId="AD" clId="Web-{59063467-7408-33E4-C4B7-53FB3CD9002D}"/>
    <pc:docChg chg="modSld">
      <pc:chgData name="Varun G" userId="S::varun.g2021c@vitstudent.ac.in::46db14ec-8f9c-4fe1-8ee6-90aaaca6e5d8" providerId="AD" clId="Web-{59063467-7408-33E4-C4B7-53FB3CD9002D}" dt="2024-09-11T06:52:08.872" v="5" actId="1076"/>
      <pc:docMkLst>
        <pc:docMk/>
      </pc:docMkLst>
      <pc:sldChg chg="modSp">
        <pc:chgData name="Varun G" userId="S::varun.g2021c@vitstudent.ac.in::46db14ec-8f9c-4fe1-8ee6-90aaaca6e5d8" providerId="AD" clId="Web-{59063467-7408-33E4-C4B7-53FB3CD9002D}" dt="2024-09-11T06:52:08.872" v="5" actId="1076"/>
        <pc:sldMkLst>
          <pc:docMk/>
          <pc:sldMk cId="2534684268" sldId="357"/>
        </pc:sldMkLst>
        <pc:picChg chg="mod">
          <ac:chgData name="Varun G" userId="S::varun.g2021c@vitstudent.ac.in::46db14ec-8f9c-4fe1-8ee6-90aaaca6e5d8" providerId="AD" clId="Web-{59063467-7408-33E4-C4B7-53FB3CD9002D}" dt="2024-09-11T06:51:57.168" v="3" actId="1076"/>
          <ac:picMkLst>
            <pc:docMk/>
            <pc:sldMk cId="2534684268" sldId="357"/>
            <ac:picMk id="4" creationId="{00000000-0000-0000-0000-000000000000}"/>
          </ac:picMkLst>
        </pc:picChg>
        <pc:picChg chg="mod">
          <ac:chgData name="Varun G" userId="S::varun.g2021c@vitstudent.ac.in::46db14ec-8f9c-4fe1-8ee6-90aaaca6e5d8" providerId="AD" clId="Web-{59063467-7408-33E4-C4B7-53FB3CD9002D}" dt="2024-09-11T06:52:08.872" v="5" actId="1076"/>
          <ac:picMkLst>
            <pc:docMk/>
            <pc:sldMk cId="2534684268" sldId="357"/>
            <ac:picMk id="6" creationId="{00000000-0000-0000-0000-000000000000}"/>
          </ac:picMkLst>
        </pc:picChg>
      </pc:sldChg>
    </pc:docChg>
  </pc:docChgLst>
  <pc:docChgLst>
    <pc:chgData name="Jayasoorya V" userId="S::jayasoorya.v2021@vitstudent.ac.in::40953e71-9a8e-49e5-b819-a7816456d634" providerId="AD" clId="Web-{D3E9CE6C-5D39-4D90-91FA-1F921CAE8ACB}"/>
    <pc:docChg chg="modSld">
      <pc:chgData name="Jayasoorya V" userId="S::jayasoorya.v2021@vitstudent.ac.in::40953e71-9a8e-49e5-b819-a7816456d634" providerId="AD" clId="Web-{D3E9CE6C-5D39-4D90-91FA-1F921CAE8ACB}" dt="2024-09-11T09:29:48.686" v="1" actId="1076"/>
      <pc:docMkLst>
        <pc:docMk/>
      </pc:docMkLst>
      <pc:sldChg chg="modSp">
        <pc:chgData name="Jayasoorya V" userId="S::jayasoorya.v2021@vitstudent.ac.in::40953e71-9a8e-49e5-b819-a7816456d634" providerId="AD" clId="Web-{D3E9CE6C-5D39-4D90-91FA-1F921CAE8ACB}" dt="2024-09-11T09:29:48.686" v="1" actId="1076"/>
        <pc:sldMkLst>
          <pc:docMk/>
          <pc:sldMk cId="648705562" sldId="349"/>
        </pc:sldMkLst>
        <pc:picChg chg="mod">
          <ac:chgData name="Jayasoorya V" userId="S::jayasoorya.v2021@vitstudent.ac.in::40953e71-9a8e-49e5-b819-a7816456d634" providerId="AD" clId="Web-{D3E9CE6C-5D39-4D90-91FA-1F921CAE8ACB}" dt="2024-09-11T09:29:48.686" v="1" actId="1076"/>
          <ac:picMkLst>
            <pc:docMk/>
            <pc:sldMk cId="648705562" sldId="349"/>
            <ac:picMk id="15" creationId="{00000000-0000-0000-0000-000000000000}"/>
          </ac:picMkLst>
        </pc:picChg>
      </pc:sldChg>
    </pc:docChg>
  </pc:docChgLst>
  <pc:docChgLst>
    <pc:chgData name="Raviramanan V" userId="S::raviramanan.v2021@vitstudent.ac.in::b40ecaee-5a19-4192-b125-88bd53d45518" providerId="AD" clId="Web-{F56B7755-4F5C-42E6-8106-09B28FBC30B6}"/>
    <pc:docChg chg="addSld delSld">
      <pc:chgData name="Raviramanan V" userId="S::raviramanan.v2021@vitstudent.ac.in::b40ecaee-5a19-4192-b125-88bd53d45518" providerId="AD" clId="Web-{F56B7755-4F5C-42E6-8106-09B28FBC30B6}" dt="2024-09-11T09:16:54.411" v="1"/>
      <pc:docMkLst>
        <pc:docMk/>
      </pc:docMkLst>
      <pc:sldChg chg="new del">
        <pc:chgData name="Raviramanan V" userId="S::raviramanan.v2021@vitstudent.ac.in::b40ecaee-5a19-4192-b125-88bd53d45518" providerId="AD" clId="Web-{F56B7755-4F5C-42E6-8106-09B28FBC30B6}" dt="2024-09-11T09:16:54.411" v="1"/>
        <pc:sldMkLst>
          <pc:docMk/>
          <pc:sldMk cId="1010487660" sldId="361"/>
        </pc:sldMkLst>
      </pc:sldChg>
    </pc:docChg>
  </pc:docChgLst>
  <pc:docChgLst>
    <pc:chgData name="Anish V" userId="S::anish.v2021@vitstudent.ac.in::d287fdd7-7e7e-4d62-b5cd-48623d8458b1" providerId="AD" clId="Web-{46DBFA1C-4A8C-9C2E-8BA5-83AF3BF0EF97}"/>
    <pc:docChg chg="addSld delSld">
      <pc:chgData name="Anish V" userId="S::anish.v2021@vitstudent.ac.in::d287fdd7-7e7e-4d62-b5cd-48623d8458b1" providerId="AD" clId="Web-{46DBFA1C-4A8C-9C2E-8BA5-83AF3BF0EF97}" dt="2024-09-18T07:19:44.642" v="1"/>
      <pc:docMkLst>
        <pc:docMk/>
      </pc:docMkLst>
      <pc:sldChg chg="new del">
        <pc:chgData name="Anish V" userId="S::anish.v2021@vitstudent.ac.in::d287fdd7-7e7e-4d62-b5cd-48623d8458b1" providerId="AD" clId="Web-{46DBFA1C-4A8C-9C2E-8BA5-83AF3BF0EF97}" dt="2024-09-18T07:19:44.642" v="1"/>
        <pc:sldMkLst>
          <pc:docMk/>
          <pc:sldMk cId="813732638" sldId="361"/>
        </pc:sldMkLst>
      </pc:sldChg>
    </pc:docChg>
  </pc:docChgLst>
  <pc:docChgLst>
    <pc:chgData name="Vishal Sundar M" userId="S::vishalsundar.m2021@vitstudent.ac.in::a420a01a-0016-4f25-b95f-2968c7c096cf" providerId="AD" clId="Web-{BDA3AC66-3383-2610-BD4A-ECD652280834}"/>
    <pc:docChg chg="modSld">
      <pc:chgData name="Vishal Sundar M" userId="S::vishalsundar.m2021@vitstudent.ac.in::a420a01a-0016-4f25-b95f-2968c7c096cf" providerId="AD" clId="Web-{BDA3AC66-3383-2610-BD4A-ECD652280834}" dt="2024-09-17T16:47:21.935" v="1" actId="1076"/>
      <pc:docMkLst>
        <pc:docMk/>
      </pc:docMkLst>
      <pc:sldChg chg="modSp">
        <pc:chgData name="Vishal Sundar M" userId="S::vishalsundar.m2021@vitstudent.ac.in::a420a01a-0016-4f25-b95f-2968c7c096cf" providerId="AD" clId="Web-{BDA3AC66-3383-2610-BD4A-ECD652280834}" dt="2024-09-17T16:47:21.935" v="1" actId="1076"/>
        <pc:sldMkLst>
          <pc:docMk/>
          <pc:sldMk cId="2534684268" sldId="357"/>
        </pc:sldMkLst>
        <pc:picChg chg="mod">
          <ac:chgData name="Vishal Sundar M" userId="S::vishalsundar.m2021@vitstudent.ac.in::a420a01a-0016-4f25-b95f-2968c7c096cf" providerId="AD" clId="Web-{BDA3AC66-3383-2610-BD4A-ECD652280834}" dt="2024-09-17T16:47:21.935" v="1" actId="1076"/>
          <ac:picMkLst>
            <pc:docMk/>
            <pc:sldMk cId="2534684268" sldId="357"/>
            <ac:picMk id="4" creationId="{00000000-0000-0000-0000-000000000000}"/>
          </ac:picMkLst>
        </pc:picChg>
      </pc:sldChg>
    </pc:docChg>
  </pc:docChgLst>
  <pc:docChgLst>
    <pc:chgData name="Kirthick" userId="S::kirthick.2021@vitstudent.ac.in::184f7ff0-8978-470f-9087-8e6d7a591f8e" providerId="AD" clId="Web-{B08A53BF-2D86-91F9-92DC-DBE8AE5B8622}"/>
    <pc:docChg chg="modSld">
      <pc:chgData name="Kirthick" userId="S::kirthick.2021@vitstudent.ac.in::184f7ff0-8978-470f-9087-8e6d7a591f8e" providerId="AD" clId="Web-{B08A53BF-2D86-91F9-92DC-DBE8AE5B8622}" dt="2024-09-17T17:35:36.628" v="0" actId="1076"/>
      <pc:docMkLst>
        <pc:docMk/>
      </pc:docMkLst>
      <pc:sldChg chg="modSp">
        <pc:chgData name="Kirthick" userId="S::kirthick.2021@vitstudent.ac.in::184f7ff0-8978-470f-9087-8e6d7a591f8e" providerId="AD" clId="Web-{B08A53BF-2D86-91F9-92DC-DBE8AE5B8622}" dt="2024-09-17T17:35:36.628" v="0" actId="1076"/>
        <pc:sldMkLst>
          <pc:docMk/>
          <pc:sldMk cId="4169447181" sldId="283"/>
        </pc:sldMkLst>
        <pc:spChg chg="mod">
          <ac:chgData name="Kirthick" userId="S::kirthick.2021@vitstudent.ac.in::184f7ff0-8978-470f-9087-8e6d7a591f8e" providerId="AD" clId="Web-{B08A53BF-2D86-91F9-92DC-DBE8AE5B8622}" dt="2024-09-17T17:35:36.628" v="0" actId="1076"/>
          <ac:spMkLst>
            <pc:docMk/>
            <pc:sldMk cId="4169447181" sldId="283"/>
            <ac:spMk id="13" creationId="{00000000-0000-0000-0000-000000000000}"/>
          </ac:spMkLst>
        </pc:spChg>
      </pc:sldChg>
    </pc:docChg>
  </pc:docChgLst>
  <pc:docChgLst>
    <pc:chgData name="Pranesh G" userId="S::pranesh.g2021@vitstudent.ac.in::07b55897-05c3-4c1e-b5ee-542edd1ee88b" providerId="AD" clId="Web-{BB613CC4-2A1A-6908-9BD6-8599614586E6}"/>
    <pc:docChg chg="sldOrd">
      <pc:chgData name="Pranesh G" userId="S::pranesh.g2021@vitstudent.ac.in::07b55897-05c3-4c1e-b5ee-542edd1ee88b" providerId="AD" clId="Web-{BB613CC4-2A1A-6908-9BD6-8599614586E6}" dt="2024-09-11T09:25:36.567" v="1"/>
      <pc:docMkLst>
        <pc:docMk/>
      </pc:docMkLst>
      <pc:sldChg chg="ord">
        <pc:chgData name="Pranesh G" userId="S::pranesh.g2021@vitstudent.ac.in::07b55897-05c3-4c1e-b5ee-542edd1ee88b" providerId="AD" clId="Web-{BB613CC4-2A1A-6908-9BD6-8599614586E6}" dt="2024-09-11T09:25:36.567" v="1"/>
        <pc:sldMkLst>
          <pc:docMk/>
          <pc:sldMk cId="648705562" sldId="349"/>
        </pc:sldMkLst>
      </pc:sldChg>
    </pc:docChg>
  </pc:docChgLst>
  <pc:docChgLst>
    <pc:chgData name="Heshwar" userId="S::heshwar.2021@vitstudent.ac.in::668b571b-2051-47c4-8396-181c54bb79fe" providerId="AD" clId="Web-{131F6334-16B2-A9B0-6F3A-123893F1127E}"/>
    <pc:docChg chg="sldOrd">
      <pc:chgData name="Heshwar" userId="S::heshwar.2021@vitstudent.ac.in::668b571b-2051-47c4-8396-181c54bb79fe" providerId="AD" clId="Web-{131F6334-16B2-A9B0-6F3A-123893F1127E}" dt="2024-09-11T10:44:18.219" v="0"/>
      <pc:docMkLst>
        <pc:docMk/>
      </pc:docMkLst>
      <pc:sldChg chg="ord">
        <pc:chgData name="Heshwar" userId="S::heshwar.2021@vitstudent.ac.in::668b571b-2051-47c4-8396-181c54bb79fe" providerId="AD" clId="Web-{131F6334-16B2-A9B0-6F3A-123893F1127E}" dt="2024-09-11T10:44:18.219" v="0"/>
        <pc:sldMkLst>
          <pc:docMk/>
          <pc:sldMk cId="648705562" sldId="349"/>
        </pc:sldMkLst>
      </pc:sldChg>
    </pc:docChg>
  </pc:docChgLst>
  <pc:docChgLst>
    <pc:chgData name="Swarnim Soumya" userId="S::swarnim.soumya2021@vitstudent.ac.in::8fb3ccd8-69de-4976-b3eb-345f41c241bf" providerId="AD" clId="Web-{7C8D0222-5C76-4F0C-A4CC-FDE6B2C9772E}"/>
    <pc:docChg chg="modSld">
      <pc:chgData name="Swarnim Soumya" userId="S::swarnim.soumya2021@vitstudent.ac.in::8fb3ccd8-69de-4976-b3eb-345f41c241bf" providerId="AD" clId="Web-{7C8D0222-5C76-4F0C-A4CC-FDE6B2C9772E}" dt="2024-09-11T07:32:34.049" v="0" actId="1076"/>
      <pc:docMkLst>
        <pc:docMk/>
      </pc:docMkLst>
      <pc:sldChg chg="modSp">
        <pc:chgData name="Swarnim Soumya" userId="S::swarnim.soumya2021@vitstudent.ac.in::8fb3ccd8-69de-4976-b3eb-345f41c241bf" providerId="AD" clId="Web-{7C8D0222-5C76-4F0C-A4CC-FDE6B2C9772E}" dt="2024-09-11T07:32:34.049" v="0" actId="1076"/>
        <pc:sldMkLst>
          <pc:docMk/>
          <pc:sldMk cId="2534684268" sldId="357"/>
        </pc:sldMkLst>
        <pc:picChg chg="mod">
          <ac:chgData name="Swarnim Soumya" userId="S::swarnim.soumya2021@vitstudent.ac.in::8fb3ccd8-69de-4976-b3eb-345f41c241bf" providerId="AD" clId="Web-{7C8D0222-5C76-4F0C-A4CC-FDE6B2C9772E}" dt="2024-09-11T07:32:34.049" v="0" actId="1076"/>
          <ac:picMkLst>
            <pc:docMk/>
            <pc:sldMk cId="2534684268" sldId="357"/>
            <ac:picMk id="6" creationId="{00000000-0000-0000-0000-000000000000}"/>
          </ac:picMkLst>
        </pc:picChg>
      </pc:sldChg>
    </pc:docChg>
  </pc:docChgLst>
  <pc:docChgLst>
    <pc:chgData name="Shreyas Kumar" userId="S::shreyas.kumar2021c@vitstudent.ac.in::8c4eb983-b857-4703-9cb6-2d9d6eaa0109" providerId="AD" clId="Web-{43F9D505-D5C1-BD56-BB37-2BC950F2EC0F}"/>
    <pc:docChg chg="modSld">
      <pc:chgData name="Shreyas Kumar" userId="S::shreyas.kumar2021c@vitstudent.ac.in::8c4eb983-b857-4703-9cb6-2d9d6eaa0109" providerId="AD" clId="Web-{43F9D505-D5C1-BD56-BB37-2BC950F2EC0F}" dt="2024-09-11T10:13:11.895" v="0" actId="1076"/>
      <pc:docMkLst>
        <pc:docMk/>
      </pc:docMkLst>
      <pc:sldChg chg="modSp">
        <pc:chgData name="Shreyas Kumar" userId="S::shreyas.kumar2021c@vitstudent.ac.in::8c4eb983-b857-4703-9cb6-2d9d6eaa0109" providerId="AD" clId="Web-{43F9D505-D5C1-BD56-BB37-2BC950F2EC0F}" dt="2024-09-11T10:13:11.895" v="0" actId="1076"/>
        <pc:sldMkLst>
          <pc:docMk/>
          <pc:sldMk cId="2534684268" sldId="357"/>
        </pc:sldMkLst>
        <pc:picChg chg="mod">
          <ac:chgData name="Shreyas Kumar" userId="S::shreyas.kumar2021c@vitstudent.ac.in::8c4eb983-b857-4703-9cb6-2d9d6eaa0109" providerId="AD" clId="Web-{43F9D505-D5C1-BD56-BB37-2BC950F2EC0F}" dt="2024-09-11T10:13:11.895" v="0" actId="1076"/>
          <ac:picMkLst>
            <pc:docMk/>
            <pc:sldMk cId="2534684268" sldId="357"/>
            <ac:picMk id="4" creationId="{00000000-0000-0000-0000-000000000000}"/>
          </ac:picMkLst>
        </pc:picChg>
      </pc:sldChg>
    </pc:docChg>
  </pc:docChgLst>
  <pc:docChgLst>
    <pc:chgData name="Vishal Sundar M" userId="S::vishalsundar.m2021@vitstudent.ac.in::a420a01a-0016-4f25-b95f-2968c7c096cf" providerId="AD" clId="Web-{9E8933D6-E7E0-1F91-6A0C-BD8E2CE58DF5}"/>
    <pc:docChg chg="modSld">
      <pc:chgData name="Vishal Sundar M" userId="S::vishalsundar.m2021@vitstudent.ac.in::a420a01a-0016-4f25-b95f-2968c7c096cf" providerId="AD" clId="Web-{9E8933D6-E7E0-1F91-6A0C-BD8E2CE58DF5}" dt="2024-09-17T18:20:00.481" v="0" actId="1076"/>
      <pc:docMkLst>
        <pc:docMk/>
      </pc:docMkLst>
      <pc:sldChg chg="modSp">
        <pc:chgData name="Vishal Sundar M" userId="S::vishalsundar.m2021@vitstudent.ac.in::a420a01a-0016-4f25-b95f-2968c7c096cf" providerId="AD" clId="Web-{9E8933D6-E7E0-1F91-6A0C-BD8E2CE58DF5}" dt="2024-09-17T18:20:00.481" v="0" actId="1076"/>
        <pc:sldMkLst>
          <pc:docMk/>
          <pc:sldMk cId="2534684268" sldId="357"/>
        </pc:sldMkLst>
        <pc:picChg chg="mod">
          <ac:chgData name="Vishal Sundar M" userId="S::vishalsundar.m2021@vitstudent.ac.in::a420a01a-0016-4f25-b95f-2968c7c096cf" providerId="AD" clId="Web-{9E8933D6-E7E0-1F91-6A0C-BD8E2CE58DF5}" dt="2024-09-17T18:20:00.481" v="0" actId="1076"/>
          <ac:picMkLst>
            <pc:docMk/>
            <pc:sldMk cId="2534684268" sldId="357"/>
            <ac:picMk id="6" creationId="{00000000-0000-0000-0000-000000000000}"/>
          </ac:picMkLst>
        </pc:picChg>
      </pc:sldChg>
    </pc:docChg>
  </pc:docChgLst>
  <pc:docChgLst>
    <pc:chgData name="Hayakreevan J K" userId="S::hayakreevan.jk2021@vitstudent.ac.in::a9cfe5bd-61d4-4688-bb42-6c57fc3b63a8" providerId="AD" clId="Web-{37BD2338-4BB6-4356-BB96-9485170D7F8B}"/>
    <pc:docChg chg="modSld">
      <pc:chgData name="Hayakreevan J K" userId="S::hayakreevan.jk2021@vitstudent.ac.in::a9cfe5bd-61d4-4688-bb42-6c57fc3b63a8" providerId="AD" clId="Web-{37BD2338-4BB6-4356-BB96-9485170D7F8B}" dt="2024-09-18T05:53:12.414" v="0" actId="1076"/>
      <pc:docMkLst>
        <pc:docMk/>
      </pc:docMkLst>
      <pc:sldChg chg="modSp">
        <pc:chgData name="Hayakreevan J K" userId="S::hayakreevan.jk2021@vitstudent.ac.in::a9cfe5bd-61d4-4688-bb42-6c57fc3b63a8" providerId="AD" clId="Web-{37BD2338-4BB6-4356-BB96-9485170D7F8B}" dt="2024-09-18T05:53:12.414" v="0" actId="1076"/>
        <pc:sldMkLst>
          <pc:docMk/>
          <pc:sldMk cId="2626413179" sldId="296"/>
        </pc:sldMkLst>
        <pc:spChg chg="mod">
          <ac:chgData name="Hayakreevan J K" userId="S::hayakreevan.jk2021@vitstudent.ac.in::a9cfe5bd-61d4-4688-bb42-6c57fc3b63a8" providerId="AD" clId="Web-{37BD2338-4BB6-4356-BB96-9485170D7F8B}" dt="2024-09-18T05:53:12.414" v="0" actId="1076"/>
          <ac:spMkLst>
            <pc:docMk/>
            <pc:sldMk cId="2626413179" sldId="296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97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6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8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02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93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61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41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58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4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51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31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45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40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0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208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83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276DE7D-5BF9-462A-88A8-AF83DF48CD51}" type="datetimeFigureOut">
              <a:rPr lang="en-US" smtClean="0"/>
              <a:pPr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995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s.mbed.com/platforms/ST-Nucleo-L152RE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66253" y="1717952"/>
            <a:ext cx="11859493" cy="34359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66260" y="228598"/>
            <a:ext cx="11873345" cy="6400800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effectLst>
                <a:glow rad="101600">
                  <a:schemeClr val="bg1">
                    <a:lumMod val="95000"/>
                    <a:lumOff val="5000"/>
                    <a:alpha val="60000"/>
                  </a:schemeClr>
                </a:glow>
              </a:effectLst>
            </a:endParaRPr>
          </a:p>
        </p:txBody>
      </p:sp>
      <p:sp>
        <p:nvSpPr>
          <p:cNvPr id="13" name="Flowchart: Alternate Process 12"/>
          <p:cNvSpPr/>
          <p:nvPr/>
        </p:nvSpPr>
        <p:spPr>
          <a:xfrm>
            <a:off x="476488" y="2527323"/>
            <a:ext cx="10820400" cy="2719241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60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Century Gothic" panose="020B0502020202020204" pitchFamily="34" charset="0"/>
              </a:rPr>
              <a:t>LAB-8</a:t>
            </a:r>
          </a:p>
          <a:p>
            <a:pPr algn="ctr"/>
            <a:r>
              <a:rPr lang="en-IN" sz="48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Century Gothic" panose="020B0502020202020204" pitchFamily="34" charset="0"/>
                <a:cs typeface="Narkisim" pitchFamily="34" charset="-79"/>
              </a:rPr>
              <a:t>Working with SPI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394" y="1525720"/>
            <a:ext cx="115494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9" name="Pentagon 8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39989F56-CDD1-4D38-8356-4B66AE2768AD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1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LAB-8</a:t>
            </a:r>
          </a:p>
        </p:txBody>
      </p:sp>
    </p:spTree>
    <p:extLst>
      <p:ext uri="{BB962C8B-B14F-4D97-AF65-F5344CB8AC3E}">
        <p14:creationId xmlns:p14="http://schemas.microsoft.com/office/powerpoint/2010/main" val="4169447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SERIAL PERIPHERAL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859" y="1104845"/>
            <a:ext cx="11745907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SPI (Serial Peripheral Interface) is a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serial communication protocol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0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SPI is synchronous serial communication means the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clock is required for communication purpose.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0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SPI has a full duplex connection, 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which means that the data is sent and received simultaneously between Master and Slave devices.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0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A SPI has a master/Slave communication by using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four lines 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and it can have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only one master and can have multiple slaves. 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0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A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master is usually a microcontroller 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and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the slaves can be a another microcontroller, sensors, ADC, DAC, LCD etc.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2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LAB-8</a:t>
            </a:r>
          </a:p>
        </p:txBody>
      </p:sp>
    </p:spTree>
    <p:extLst>
      <p:ext uri="{BB962C8B-B14F-4D97-AF65-F5344CB8AC3E}">
        <p14:creationId xmlns:p14="http://schemas.microsoft.com/office/powerpoint/2010/main" val="2449075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SERIAL PERIPHERAL INTERFACE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3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LAB-8</a:t>
            </a:r>
          </a:p>
        </p:txBody>
      </p:sp>
      <p:pic>
        <p:nvPicPr>
          <p:cNvPr id="1026" name="Picture 2" descr="SPI communication circuit between a master and sla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232" y="2885825"/>
            <a:ext cx="2954767" cy="3604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I Communic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103" y="2870597"/>
            <a:ext cx="7402092" cy="3655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961949" y="1059197"/>
            <a:ext cx="1068977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b="1">
                <a:solidFill>
                  <a:srgbClr val="555555"/>
                </a:solidFill>
                <a:latin typeface="Tw Cen MT" panose="020B0602020104020603" pitchFamily="34" charset="0"/>
              </a:rPr>
              <a:t>SPI has following four lines MISO, MOSI, SS, and CLK</a:t>
            </a:r>
            <a:endParaRPr lang="en-IN" sz="2000">
              <a:solidFill>
                <a:srgbClr val="555555"/>
              </a:solidFill>
              <a:latin typeface="Tw Cen MT" panose="020B0602020104020603" pitchFamily="34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rgbClr val="555555"/>
                </a:solidFill>
                <a:latin typeface="Tw Cen MT" panose="020B0602020104020603" pitchFamily="34" charset="0"/>
              </a:rPr>
              <a:t>MISO (Master in Slave Out)</a:t>
            </a:r>
            <a:r>
              <a:rPr lang="en-IN" sz="2000">
                <a:solidFill>
                  <a:srgbClr val="555555"/>
                </a:solidFill>
                <a:latin typeface="Tw Cen MT" panose="020B0602020104020603" pitchFamily="34" charset="0"/>
              </a:rPr>
              <a:t> - The Slave line for sending data to the master.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rgbClr val="555555"/>
                </a:solidFill>
                <a:latin typeface="Tw Cen MT" panose="020B0602020104020603" pitchFamily="34" charset="0"/>
              </a:rPr>
              <a:t>MOSI (Master Out Slave In)</a:t>
            </a:r>
            <a:r>
              <a:rPr lang="en-IN" sz="2000">
                <a:solidFill>
                  <a:srgbClr val="555555"/>
                </a:solidFill>
                <a:latin typeface="Tw Cen MT" panose="020B0602020104020603" pitchFamily="34" charset="0"/>
              </a:rPr>
              <a:t> - The Master line for sending data to the peripherals.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rgbClr val="555555"/>
                </a:solidFill>
                <a:latin typeface="Tw Cen MT" panose="020B0602020104020603" pitchFamily="34" charset="0"/>
              </a:rPr>
              <a:t>SCK (Serial Clock)</a:t>
            </a:r>
            <a:r>
              <a:rPr lang="en-IN" sz="2000">
                <a:solidFill>
                  <a:srgbClr val="555555"/>
                </a:solidFill>
                <a:latin typeface="Tw Cen MT" panose="020B0602020104020603" pitchFamily="34" charset="0"/>
              </a:rPr>
              <a:t> - The clock pulses which synchronize data transmission generated by the master.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rgbClr val="555555"/>
                </a:solidFill>
                <a:latin typeface="Tw Cen MT" panose="020B0602020104020603" pitchFamily="34" charset="0"/>
              </a:rPr>
              <a:t>SS (Slave Select) </a:t>
            </a:r>
            <a:r>
              <a:rPr lang="en-IN" sz="2000">
                <a:solidFill>
                  <a:srgbClr val="555555"/>
                </a:solidFill>
                <a:latin typeface="Tw Cen MT" panose="020B0602020104020603" pitchFamily="34" charset="0"/>
              </a:rPr>
              <a:t>–Master can use this pin to enable and disable specific devices.</a:t>
            </a:r>
            <a:endParaRPr lang="en-IN" sz="2000" b="0" i="0">
              <a:solidFill>
                <a:srgbClr val="555555"/>
              </a:solidFill>
              <a:effectLst/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85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SERIAL PERIPHERAL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859" y="1185378"/>
            <a:ext cx="1174590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To start communication between master and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slave set the required device's Slave Select (SS) pin to LOW, 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so that it can communicate with the master. 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8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When it's high, it ignores the master. 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This allows you to have multiple SPI devices sharing the same MISO, MOSI, and CLK lines of master. 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8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In SPI Master-Salve configuration SCK, MISO, MOSI are common connected to master and the SS of each slave is connected separately to individual SS pins (SS1, SS2, SS3) of master. 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8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By setting the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required SS pin LOW 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a master can communicate with that slave.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4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LAB-8</a:t>
            </a:r>
          </a:p>
        </p:txBody>
      </p:sp>
    </p:spTree>
    <p:extLst>
      <p:ext uri="{BB962C8B-B14F-4D97-AF65-F5344CB8AC3E}">
        <p14:creationId xmlns:p14="http://schemas.microsoft.com/office/powerpoint/2010/main" val="1492985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SPI IN MBED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859" y="1185378"/>
            <a:ext cx="1174590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NucleoL152RE has three SPI Interface and default settings of SPI interface is: 	</a:t>
            </a:r>
            <a:r>
              <a:rPr lang="en-IN" sz="2200">
                <a:solidFill>
                  <a:srgbClr val="FF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–Default clock frequency of 1 MHz </a:t>
            </a:r>
          </a:p>
          <a:p>
            <a:pPr lvl="2" algn="just">
              <a:buClr>
                <a:schemeClr val="accent5">
                  <a:lumMod val="75000"/>
                </a:schemeClr>
              </a:buClr>
            </a:pPr>
            <a:r>
              <a:rPr lang="en-IN" sz="2200">
                <a:solidFill>
                  <a:srgbClr val="FF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–Default data length of 8 bits </a:t>
            </a:r>
          </a:p>
          <a:p>
            <a:pPr lvl="2" algn="just">
              <a:buClr>
                <a:schemeClr val="accent5">
                  <a:lumMod val="75000"/>
                </a:schemeClr>
              </a:buClr>
            </a:pPr>
            <a:r>
              <a:rPr lang="en-IN" sz="2200">
                <a:solidFill>
                  <a:srgbClr val="FF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–Default mode of 0 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5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LAB-8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933" y="2868442"/>
            <a:ext cx="7707758" cy="33375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18815" y="6206012"/>
            <a:ext cx="1026165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00B050"/>
                </a:solidFill>
                <a:latin typeface="Century Gothic" pitchFamily="34" charset="0"/>
                <a:ea typeface="Segoe UI Historic" pitchFamily="34" charset="0"/>
                <a:cs typeface="Segoe UI Semilight" pitchFamily="34" charset="0"/>
              </a:rPr>
              <a:t>Refer. URL for detailed pin details of CN7 &amp; CN10 headers :</a:t>
            </a:r>
            <a:r>
              <a:rPr lang="en-IN" sz="1600">
                <a:solidFill>
                  <a:srgbClr val="3333FF"/>
                </a:solidFill>
                <a:hlinkClick r:id="rId3"/>
              </a:rPr>
              <a:t>https://os.mbed.com/platforms/ST-Nucleo-L152RE</a:t>
            </a:r>
            <a:r>
              <a:rPr lang="en-IN" sz="160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470986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SPI IN MBED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859" y="1185378"/>
            <a:ext cx="11745907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The mbed SPI master library functions are shown in the table below: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8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4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4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4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10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The mbed SPI slave library functions are shown in the table below: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6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LAB-8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4" y="4201588"/>
            <a:ext cx="7248841" cy="223422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74" y="1684475"/>
            <a:ext cx="6611273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867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7" y="1059197"/>
            <a:ext cx="11592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Read the input from Master and display on Slave</a:t>
            </a: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endParaRPr lang="en-IN" sz="10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Write a program to implement a SPI communication between two Nucleo boards. Configure one of the Nucleo as master and other as slave. Establish a SPI communication between master and slave display each key press on the master’s </a:t>
            </a:r>
            <a:r>
              <a:rPr lang="en-IN" sz="26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Teraterm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to the slave </a:t>
            </a:r>
            <a:r>
              <a:rPr lang="en-IN" sz="26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Teraterm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terminal. Design and implement this logic on the STM 32 Nucleo L152RE board using </a:t>
            </a:r>
            <a:r>
              <a:rPr lang="en-IN" sz="26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Keil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studio could platform. 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67663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7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LAB-8</a:t>
            </a:r>
          </a:p>
        </p:txBody>
      </p:sp>
    </p:spTree>
    <p:extLst>
      <p:ext uri="{BB962C8B-B14F-4D97-AF65-F5344CB8AC3E}">
        <p14:creationId xmlns:p14="http://schemas.microsoft.com/office/powerpoint/2010/main" val="2626413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TASK-1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8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129" y="1144012"/>
            <a:ext cx="3299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Program (Master)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60" y="1882676"/>
            <a:ext cx="4989027" cy="43194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02720" y="1144012"/>
            <a:ext cx="3299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Program (Slave)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089" y="1893133"/>
            <a:ext cx="4827210" cy="359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705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658" y="1708285"/>
            <a:ext cx="3322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Connection Diagram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9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LAB-8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51" y="2415057"/>
            <a:ext cx="5871095" cy="25692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26138" y="969621"/>
            <a:ext cx="27851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Output (Master)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5674" y="3836020"/>
            <a:ext cx="2785129" cy="669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Output (Slave)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904" y="1719343"/>
            <a:ext cx="4619207" cy="21166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731" y="4505242"/>
            <a:ext cx="4205484" cy="199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656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7" y="1059197"/>
            <a:ext cx="11592251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Exchange of button press state between Master and Slave</a:t>
            </a: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Write a program to implement a SPI communication between two Nucleo boards. Configure one of the Nucleo as master and other as slave. Both Nucleo are attached with a LED &amp; a push button separately. Master LED can be controlled by using slave </a:t>
            </a:r>
            <a:r>
              <a:rPr lang="en-IN" sz="26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Nucleo’s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push button and slave </a:t>
            </a:r>
            <a:r>
              <a:rPr lang="en-IN" sz="26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Nucleo’s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LED can be controlled by master </a:t>
            </a:r>
            <a:r>
              <a:rPr lang="en-IN" sz="26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Nucleo’s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push button using SPI communication protocol. Design and implement this logic on the STM 32 Nucleo L152RE board using </a:t>
            </a:r>
            <a:r>
              <a:rPr lang="en-IN" sz="26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Keil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studio could platform. </a:t>
            </a: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endParaRPr lang="en-IN" sz="26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10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LAB-8</a:t>
            </a:r>
          </a:p>
        </p:txBody>
      </p:sp>
    </p:spTree>
    <p:extLst>
      <p:ext uri="{BB962C8B-B14F-4D97-AF65-F5344CB8AC3E}">
        <p14:creationId xmlns:p14="http://schemas.microsoft.com/office/powerpoint/2010/main" val="705447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DD9D31"/>
                </a:solidFill>
                <a:effectLst>
                  <a:outerShdw blurRad="12700" dist="38100" dir="2700000" algn="tl" rotWithShape="0">
                    <a:srgbClr val="DD9D31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entury Gothic" pitchFamily="34" charset="0"/>
                <a:ea typeface="+mn-ea"/>
                <a:cs typeface="Aharoni" pitchFamily="2" charset="-79"/>
              </a:rPr>
              <a:t>LAB TASK-2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471DC6-CC24-4344-AD7A-B802DC426001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LAB-8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135" y="867013"/>
            <a:ext cx="32999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9D31">
                  <a:lumMod val="75000"/>
                </a:srgbClr>
              </a:buClr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Segoe UI" panose="020B0502040204020203" pitchFamily="34" charset="0"/>
              </a:rPr>
              <a:t>Program (Master)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7156" y="867013"/>
            <a:ext cx="3299926" cy="504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9D31">
                  <a:lumMod val="75000"/>
                </a:srgbClr>
              </a:buClr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Segoe UI" panose="020B0502040204020203" pitchFamily="34" charset="0"/>
              </a:rPr>
              <a:t>Program (Slave)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293" y="1430178"/>
            <a:ext cx="4208879" cy="51879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811" y="1428886"/>
            <a:ext cx="4410024" cy="510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684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DD9D31"/>
                </a:solidFill>
                <a:effectLst>
                  <a:outerShdw blurRad="12700" dist="38100" dir="2700000" algn="tl" rotWithShape="0">
                    <a:srgbClr val="DD9D31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entury Gothic" pitchFamily="34" charset="0"/>
                <a:ea typeface="+mn-ea"/>
                <a:cs typeface="Aharoni" pitchFamily="2" charset="-79"/>
              </a:rPr>
              <a:t>LAB TASK-2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479" y="2835758"/>
            <a:ext cx="3322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9D31">
                  <a:lumMod val="75000"/>
                </a:srgbClr>
              </a:buClr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Segoe UI" panose="020B0502040204020203" pitchFamily="34" charset="0"/>
              </a:rPr>
              <a:t>Connection Diagram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471DC6-CC24-4344-AD7A-B802DC426001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LAB-8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881" y="1268167"/>
            <a:ext cx="6906589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457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DD9D31"/>
                </a:solidFill>
                <a:effectLst>
                  <a:outerShdw blurRad="12700" dist="38100" dir="2700000" algn="tl" rotWithShape="0">
                    <a:srgbClr val="DD9D31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entury Gothic" pitchFamily="34" charset="0"/>
                <a:ea typeface="+mn-ea"/>
                <a:cs typeface="Aharoni" pitchFamily="2" charset="-79"/>
              </a:rPr>
              <a:t>LAB TASK-2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471DC6-CC24-4344-AD7A-B802DC426001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LAB-8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7497" y="997521"/>
            <a:ext cx="86446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9D31">
                  <a:lumMod val="75000"/>
                </a:srgbClr>
              </a:buClr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Segoe UI" panose="020B0502040204020203" pitchFamily="34" charset="0"/>
              </a:rPr>
              <a:t>Output (Master switch</a:t>
            </a:r>
            <a:r>
              <a:rPr kumimoji="0" lang="en-IN" sz="2800" b="1" i="0" u="none" strike="noStrike" kern="1200" cap="none" spc="0" normalizeH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Segoe UI" panose="020B0502040204020203" pitchFamily="34" charset="0"/>
              </a:rPr>
              <a:t> is Low and Slave switch is High</a:t>
            </a:r>
            <a:r>
              <a:rPr kumimoji="0" lang="en-I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Segoe UI" panose="020B0502040204020203" pitchFamily="34" charset="0"/>
              </a:rPr>
              <a:t>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385" y="1870535"/>
            <a:ext cx="6546976" cy="458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113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DD9D31"/>
                </a:solidFill>
                <a:effectLst>
                  <a:outerShdw blurRad="12700" dist="38100" dir="2700000" algn="tl" rotWithShape="0">
                    <a:srgbClr val="DD9D31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entury Gothic" pitchFamily="34" charset="0"/>
                <a:ea typeface="+mn-ea"/>
                <a:cs typeface="Aharoni" pitchFamily="2" charset="-79"/>
              </a:rPr>
              <a:t>CHALLENGING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7" y="1059197"/>
            <a:ext cx="1159225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9D31">
                  <a:lumMod val="75000"/>
                </a:srgbClr>
              </a:buClr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Segoe UI" panose="020B0502040204020203" pitchFamily="34" charset="0"/>
              </a:rPr>
              <a:t>Read temperature sensor value of slave and display on master LCD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9D31">
                  <a:lumMod val="75000"/>
                </a:srgbClr>
              </a:buClr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Segoe UI" panose="020B0502040204020203" pitchFamily="34" charset="0"/>
              </a:rPr>
              <a:t>Write a program to implement a SPI communication between two </a:t>
            </a:r>
            <a:r>
              <a:rPr lang="en-IN" sz="2400">
                <a:solidFill>
                  <a:prstClr val="black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STM32 Nucleo boards</a:t>
            </a: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Segoe UI" panose="020B0502040204020203" pitchFamily="34" charset="0"/>
              </a:rPr>
              <a:t>. Configure one of the </a:t>
            </a:r>
            <a:r>
              <a:rPr lang="en-IN" sz="2400">
                <a:solidFill>
                  <a:prstClr val="black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Nucleo board</a:t>
            </a: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Segoe UI" panose="020B0502040204020203" pitchFamily="34" charset="0"/>
              </a:rPr>
              <a:t> as master and other as slave. Master </a:t>
            </a:r>
            <a:r>
              <a:rPr lang="en-IN" sz="2400">
                <a:solidFill>
                  <a:prstClr val="black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Nucleo board</a:t>
            </a: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Segoe UI" panose="020B0502040204020203" pitchFamily="34" charset="0"/>
              </a:rPr>
              <a:t> connected with  LCD and </a:t>
            </a:r>
            <a:r>
              <a:rPr lang="en-IN" sz="2400">
                <a:solidFill>
                  <a:prstClr val="black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Nucleo board</a:t>
            </a: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Segoe UI" panose="020B0502040204020203" pitchFamily="34" charset="0"/>
              </a:rPr>
              <a:t> connected with temperature sensor LM35. Transfer temperature value read by slave to master and display it on LCD using SPI communication protocol. 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Design and implement this logic on the STM 32 Nucleo L152RE board using </a:t>
            </a:r>
            <a:r>
              <a:rPr lang="en-IN" sz="24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Keil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studio could platform. 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F17193-CF08-4BF3-A8F6-379625FD2D38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LAB-8</a:t>
            </a:r>
          </a:p>
        </p:txBody>
      </p:sp>
    </p:spTree>
    <p:extLst>
      <p:ext uri="{BB962C8B-B14F-4D97-AF65-F5344CB8AC3E}">
        <p14:creationId xmlns:p14="http://schemas.microsoft.com/office/powerpoint/2010/main" val="652964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500764" y="2396840"/>
            <a:ext cx="7419095" cy="1143000"/>
          </a:xfrm>
          <a:solidFill>
            <a:srgbClr val="00B0F0"/>
          </a:solidFill>
          <a:effectLst>
            <a:glow rad="101600">
              <a:schemeClr val="accent3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  <a:reflection blurRad="6350" stA="50000" endA="295" endPos="92000" dist="101600" dir="5400000" sy="-100000" algn="bl" rotWithShape="0"/>
          </a:effectLst>
          <a:scene3d>
            <a:camera prst="perspectiveContrastingRightFacing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6000" b="1">
                <a:solidFill>
                  <a:schemeClr val="bg1"/>
                </a:solidFill>
                <a:latin typeface="Forte" pitchFamily="66" charset="0"/>
              </a:rPr>
              <a:t>THANK   YOU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 rot="-1379407">
            <a:off x="9132744" y="4466435"/>
            <a:ext cx="2632075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5400" b="1">
                <a:solidFill>
                  <a:srgbClr val="C00000"/>
                </a:solidFill>
                <a:latin typeface="Blackadder ITC" pitchFamily="82" charset="0"/>
              </a:rPr>
              <a:t>by</a:t>
            </a:r>
          </a:p>
          <a:p>
            <a:pPr algn="ctr"/>
            <a:r>
              <a:rPr lang="en-US" sz="5400" b="1">
                <a:solidFill>
                  <a:srgbClr val="C00000"/>
                </a:solidFill>
                <a:latin typeface="Blackadder ITC" pitchFamily="82" charset="0"/>
              </a:rPr>
              <a:t> prakash  v</a:t>
            </a: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762000"/>
            <a:ext cx="7848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Content Placeholder 4" descr="butterflybluex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23401" y="5170340"/>
            <a:ext cx="2152650" cy="1590675"/>
          </a:xfrm>
        </p:spPr>
      </p:pic>
    </p:spTree>
    <p:extLst>
      <p:ext uri="{BB962C8B-B14F-4D97-AF65-F5344CB8AC3E}">
        <p14:creationId xmlns:p14="http://schemas.microsoft.com/office/powerpoint/2010/main" val="233871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315 0.03796 C 0.07422 0.04398 0.21172 0.05046 0.2332 -0.03033 C 0.25456 -0.11111 0.05703 -0.33172 0.06563 -0.44653 C 0.075 -0.56135 0.17487 -0.68797 0.28724 -0.71968 C 0.4013 -0.75139 0.69622 -0.68241 0.74531 -0.63681 C 0.7944 -0.59121 0.61016 -0.47824 0.58307 -0.44653 " pathEditMode="relative" rAng="0" ptsTypes="aaaaaA">
                                      <p:cBhvr>
                                        <p:cTn id="18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900" y="-38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086&quot;&gt;&lt;property id=&quot;20148&quot; value=&quot;5&quot;/&gt;&lt;property id=&quot;20300&quot; value=&quot;Slide 11 - &amp;quot;THANK   YOU&amp;quot;&quot;/&gt;&lt;property id=&quot;20307&quot; value=&quot;259&quot;/&gt;&lt;/object&gt;&lt;object type=&quot;3&quot; unique_id=&quot;10213&quot;&gt;&lt;property id=&quot;20148&quot; value=&quot;5&quot;/&gt;&lt;property id=&quot;20300&quot; value=&quot;Slide 2&quot;/&gt;&lt;property id=&quot;20307&quot; value=&quot;260&quot;/&gt;&lt;/object&gt;&lt;object type=&quot;3&quot; unique_id=&quot;10451&quot;&gt;&lt;property id=&quot;20148&quot; value=&quot;5&quot;/&gt;&lt;property id=&quot;20300&quot; value=&quot;Slide 3&quot;/&gt;&lt;property id=&quot;20307&quot; value=&quot;267&quot;/&gt;&lt;/object&gt;&lt;object type=&quot;3&quot; unique_id=&quot;10717&quot;&gt;&lt;property id=&quot;20148&quot; value=&quot;5&quot;/&gt;&lt;property id=&quot;20300&quot; value=&quot;Slide 4&quot;/&gt;&lt;property id=&quot;20307&quot; value=&quot;268&quot;/&gt;&lt;/object&gt;&lt;object type=&quot;3&quot; unique_id=&quot;10718&quot;&gt;&lt;property id=&quot;20148&quot; value=&quot;5&quot;/&gt;&lt;property id=&quot;20300&quot; value=&quot;Slide 5&quot;/&gt;&lt;property id=&quot;20307&quot; value=&quot;269&quot;/&gt;&lt;/object&gt;&lt;object type=&quot;3&quot; unique_id=&quot;10719&quot;&gt;&lt;property id=&quot;20148&quot; value=&quot;5&quot;/&gt;&lt;property id=&quot;20300&quot; value=&quot;Slide 6&quot;/&gt;&lt;property id=&quot;20307&quot; value=&quot;270&quot;/&gt;&lt;/object&gt;&lt;object type=&quot;3&quot; unique_id=&quot;10788&quot;&gt;&lt;property id=&quot;20148&quot; value=&quot;5&quot;/&gt;&lt;property id=&quot;20300&quot; value=&quot;Slide 7&quot;/&gt;&lt;property id=&quot;20307&quot; value=&quot;271&quot;/&gt;&lt;/object&gt;&lt;object type=&quot;3&quot; unique_id=&quot;10819&quot;&gt;&lt;property id=&quot;20148&quot; value=&quot;5&quot;/&gt;&lt;property id=&quot;20300&quot; value=&quot;Slide 8&quot;/&gt;&lt;property id=&quot;20307&quot; value=&quot;272&quot;/&gt;&lt;/object&gt;&lt;object type=&quot;3&quot; unique_id=&quot;10875&quot;&gt;&lt;property id=&quot;20148&quot; value=&quot;5&quot;/&gt;&lt;property id=&quot;20300&quot; value=&quot;Slide 9&quot;/&gt;&lt;property id=&quot;20307&quot; value=&quot;273&quot;/&gt;&lt;/object&gt;&lt;object type=&quot;3&quot; unique_id=&quot;10912&quot;&gt;&lt;property id=&quot;20148&quot; value=&quot;5&quot;/&gt;&lt;property id=&quot;20300&quot; value=&quot;Slide 10&quot;/&gt;&lt;property id=&quot;20307&quot; value=&quot;274&quot;/&gt;&lt;/object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30828B62F68548B536606B169F73C7" ma:contentTypeVersion="4" ma:contentTypeDescription="Create a new document." ma:contentTypeScope="" ma:versionID="e81a1a7dd6fade02954d078aa3427748">
  <xsd:schema xmlns:xsd="http://www.w3.org/2001/XMLSchema" xmlns:xs="http://www.w3.org/2001/XMLSchema" xmlns:p="http://schemas.microsoft.com/office/2006/metadata/properties" xmlns:ns2="f8b3528e-c29d-4111-b526-c93a7a094c4f" targetNamespace="http://schemas.microsoft.com/office/2006/metadata/properties" ma:root="true" ma:fieldsID="09227fdc07b02cec8d2dcb19b26e5d97" ns2:_="">
    <xsd:import namespace="f8b3528e-c29d-4111-b526-c93a7a094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b3528e-c29d-4111-b526-c93a7a094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8AF6477-8141-423E-A566-49A9AC21275D}">
  <ds:schemaRefs>
    <ds:schemaRef ds:uri="f8b3528e-c29d-4111-b526-c93a7a094c4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8248D10-23E9-4043-8D15-22D2D1A2D77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TC103457452[[fn=Celestial]]</Template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on FPGA Based Flexible Autopilot Platform for Unmanned Systems</dc:title>
  <dc:creator>Naveen Raja N</dc:creator>
  <cp:revision>1</cp:revision>
  <dcterms:created xsi:type="dcterms:W3CDTF">2013-10-21T17:01:43Z</dcterms:created>
  <dcterms:modified xsi:type="dcterms:W3CDTF">2024-09-18T07:20:17Z</dcterms:modified>
</cp:coreProperties>
</file>