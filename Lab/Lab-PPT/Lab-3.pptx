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3"/>
  </p:sldMasterIdLst>
  <p:notesMasterIdLst>
    <p:notesMasterId r:id="rId18"/>
  </p:notesMasterIdLst>
  <p:sldIdLst>
    <p:sldId id="260" r:id="rId4"/>
    <p:sldId id="286" r:id="rId5"/>
    <p:sldId id="314" r:id="rId6"/>
    <p:sldId id="315" r:id="rId7"/>
    <p:sldId id="296" r:id="rId8"/>
    <p:sldId id="311" r:id="rId9"/>
    <p:sldId id="310" r:id="rId10"/>
    <p:sldId id="287" r:id="rId11"/>
    <p:sldId id="308" r:id="rId12"/>
    <p:sldId id="309" r:id="rId13"/>
    <p:sldId id="316" r:id="rId14"/>
    <p:sldId id="317" r:id="rId15"/>
    <p:sldId id="306" r:id="rId16"/>
    <p:sldId id="259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CC3300"/>
    <a:srgbClr val="663300"/>
    <a:srgbClr val="FF9900"/>
    <a:srgbClr val="04DA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9F54D9-C703-4966-B9B2-B119975BF1ED}" v="1" dt="2024-08-06T16:48:30.465"/>
    <p1510:client id="{9E95A23D-A2AC-BEE6-C9F9-0FE471C819DF}" v="9" dt="2024-08-07T13:09:20.337"/>
    <p1510:client id="{F8F7E6AD-7D47-1050-94C4-262843ABA18B}" v="2" dt="2024-08-07T17:30:31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thick" userId="S::kirthick.2021@vitstudent.ac.in::184f7ff0-8978-470f-9087-8e6d7a591f8e" providerId="AD" clId="Web-{F8F7E6AD-7D47-1050-94C4-262843ABA18B}"/>
    <pc:docChg chg="modSld">
      <pc:chgData name="Kirthick" userId="S::kirthick.2021@vitstudent.ac.in::184f7ff0-8978-470f-9087-8e6d7a591f8e" providerId="AD" clId="Web-{F8F7E6AD-7D47-1050-94C4-262843ABA18B}" dt="2024-08-07T17:30:31.396" v="1" actId="1076"/>
      <pc:docMkLst>
        <pc:docMk/>
      </pc:docMkLst>
      <pc:sldChg chg="modSp">
        <pc:chgData name="Kirthick" userId="S::kirthick.2021@vitstudent.ac.in::184f7ff0-8978-470f-9087-8e6d7a591f8e" providerId="AD" clId="Web-{F8F7E6AD-7D47-1050-94C4-262843ABA18B}" dt="2024-08-07T17:17:26.350" v="0" actId="1076"/>
        <pc:sldMkLst>
          <pc:docMk/>
          <pc:sldMk cId="2338714057" sldId="260"/>
        </pc:sldMkLst>
        <pc:spChg chg="mod">
          <ac:chgData name="Kirthick" userId="S::kirthick.2021@vitstudent.ac.in::184f7ff0-8978-470f-9087-8e6d7a591f8e" providerId="AD" clId="Web-{F8F7E6AD-7D47-1050-94C4-262843ABA18B}" dt="2024-08-07T17:17:26.350" v="0" actId="1076"/>
          <ac:spMkLst>
            <pc:docMk/>
            <pc:sldMk cId="2338714057" sldId="260"/>
            <ac:spMk id="13" creationId="{00000000-0000-0000-0000-000000000000}"/>
          </ac:spMkLst>
        </pc:spChg>
      </pc:sldChg>
      <pc:sldChg chg="modSp">
        <pc:chgData name="Kirthick" userId="S::kirthick.2021@vitstudent.ac.in::184f7ff0-8978-470f-9087-8e6d7a591f8e" providerId="AD" clId="Web-{F8F7E6AD-7D47-1050-94C4-262843ABA18B}" dt="2024-08-07T17:30:31.396" v="1" actId="1076"/>
        <pc:sldMkLst>
          <pc:docMk/>
          <pc:sldMk cId="1641573496" sldId="306"/>
        </pc:sldMkLst>
        <pc:spChg chg="mod">
          <ac:chgData name="Kirthick" userId="S::kirthick.2021@vitstudent.ac.in::184f7ff0-8978-470f-9087-8e6d7a591f8e" providerId="AD" clId="Web-{F8F7E6AD-7D47-1050-94C4-262843ABA18B}" dt="2024-08-07T17:30:31.396" v="1" actId="1076"/>
          <ac:spMkLst>
            <pc:docMk/>
            <pc:sldMk cId="1641573496" sldId="306"/>
            <ac:spMk id="5" creationId="{00000000-0000-0000-0000-000000000000}"/>
          </ac:spMkLst>
        </pc:spChg>
      </pc:sldChg>
    </pc:docChg>
  </pc:docChgLst>
  <pc:docChgLst>
    <pc:chgData name="Akhil Hemanth" userId="S::akhil.hemanth2021@vitstudent.ac.in::d09ebd38-ef1c-48f6-8d53-7e25e3d64f3b" providerId="AD" clId="Web-{09D4D439-8064-4783-8A54-9652F18DDF8D}"/>
    <pc:docChg chg="modSld">
      <pc:chgData name="Akhil Hemanth" userId="S::akhil.hemanth2021@vitstudent.ac.in::d09ebd38-ef1c-48f6-8d53-7e25e3d64f3b" providerId="AD" clId="Web-{09D4D439-8064-4783-8A54-9652F18DDF8D}" dt="2024-07-30T19:01:59.961" v="4" actId="20577"/>
      <pc:docMkLst>
        <pc:docMk/>
      </pc:docMkLst>
      <pc:sldChg chg="modSp">
        <pc:chgData name="Akhil Hemanth" userId="S::akhil.hemanth2021@vitstudent.ac.in::d09ebd38-ef1c-48f6-8d53-7e25e3d64f3b" providerId="AD" clId="Web-{09D4D439-8064-4783-8A54-9652F18DDF8D}" dt="2024-07-30T19:01:59.961" v="4" actId="20577"/>
        <pc:sldMkLst>
          <pc:docMk/>
          <pc:sldMk cId="1641573496" sldId="306"/>
        </pc:sldMkLst>
        <pc:spChg chg="mod">
          <ac:chgData name="Akhil Hemanth" userId="S::akhil.hemanth2021@vitstudent.ac.in::d09ebd38-ef1c-48f6-8d53-7e25e3d64f3b" providerId="AD" clId="Web-{09D4D439-8064-4783-8A54-9652F18DDF8D}" dt="2024-07-30T19:01:59.961" v="4" actId="20577"/>
          <ac:spMkLst>
            <pc:docMk/>
            <pc:sldMk cId="1641573496" sldId="306"/>
            <ac:spMk id="9" creationId="{00000000-0000-0000-0000-000000000000}"/>
          </ac:spMkLst>
        </pc:spChg>
      </pc:sldChg>
    </pc:docChg>
  </pc:docChgLst>
  <pc:docChgLst>
    <pc:chgData name="Roddam Vaishnavi" userId="S::roddam.vaishnavi2021@vitstudent.ac.in::8a64051c-f03e-4043-8fec-e7994783c0d7" providerId="AD" clId="Web-{A5348E57-5255-4FF2-AF24-DE63E919195B}"/>
    <pc:docChg chg="modSld">
      <pc:chgData name="Roddam Vaishnavi" userId="S::roddam.vaishnavi2021@vitstudent.ac.in::8a64051c-f03e-4043-8fec-e7994783c0d7" providerId="AD" clId="Web-{A5348E57-5255-4FF2-AF24-DE63E919195B}" dt="2024-07-31T05:38:17.338" v="0"/>
      <pc:docMkLst>
        <pc:docMk/>
      </pc:docMkLst>
      <pc:sldChg chg="delSp">
        <pc:chgData name="Roddam Vaishnavi" userId="S::roddam.vaishnavi2021@vitstudent.ac.in::8a64051c-f03e-4043-8fec-e7994783c0d7" providerId="AD" clId="Web-{A5348E57-5255-4FF2-AF24-DE63E919195B}" dt="2024-07-31T05:38:17.338" v="0"/>
        <pc:sldMkLst>
          <pc:docMk/>
          <pc:sldMk cId="2449075452" sldId="286"/>
        </pc:sldMkLst>
        <pc:spChg chg="del">
          <ac:chgData name="Roddam Vaishnavi" userId="S::roddam.vaishnavi2021@vitstudent.ac.in::8a64051c-f03e-4043-8fec-e7994783c0d7" providerId="AD" clId="Web-{A5348E57-5255-4FF2-AF24-DE63E919195B}" dt="2024-07-31T05:38:17.338" v="0"/>
          <ac:spMkLst>
            <pc:docMk/>
            <pc:sldMk cId="2449075452" sldId="286"/>
            <ac:spMk id="8" creationId="{00000000-0000-0000-0000-000000000000}"/>
          </ac:spMkLst>
        </pc:spChg>
      </pc:sldChg>
    </pc:docChg>
  </pc:docChgLst>
  <pc:docChgLst>
    <pc:chgData name="Swetha G" userId="S::swetha.g2021@vitstudent.ac.in::7d0e1a2e-eeff-4a72-8f10-59ffb7b68d1f" providerId="AD" clId="Web-{715E0E7E-54F4-C82F-9E32-3C2B22ECB9F6}"/>
    <pc:docChg chg="modSld">
      <pc:chgData name="Swetha G" userId="S::swetha.g2021@vitstudent.ac.in::7d0e1a2e-eeff-4a72-8f10-59ffb7b68d1f" providerId="AD" clId="Web-{715E0E7E-54F4-C82F-9E32-3C2B22ECB9F6}" dt="2024-08-03T09:36:35.114" v="8" actId="20577"/>
      <pc:docMkLst>
        <pc:docMk/>
      </pc:docMkLst>
      <pc:sldChg chg="modSp">
        <pc:chgData name="Swetha G" userId="S::swetha.g2021@vitstudent.ac.in::7d0e1a2e-eeff-4a72-8f10-59ffb7b68d1f" providerId="AD" clId="Web-{715E0E7E-54F4-C82F-9E32-3C2B22ECB9F6}" dt="2024-08-03T09:35:34.534" v="0" actId="1076"/>
        <pc:sldMkLst>
          <pc:docMk/>
          <pc:sldMk cId="422515228" sldId="309"/>
        </pc:sldMkLst>
        <pc:picChg chg="mod">
          <ac:chgData name="Swetha G" userId="S::swetha.g2021@vitstudent.ac.in::7d0e1a2e-eeff-4a72-8f10-59ffb7b68d1f" providerId="AD" clId="Web-{715E0E7E-54F4-C82F-9E32-3C2B22ECB9F6}" dt="2024-08-03T09:35:34.534" v="0" actId="1076"/>
          <ac:picMkLst>
            <pc:docMk/>
            <pc:sldMk cId="422515228" sldId="309"/>
            <ac:picMk id="2" creationId="{00000000-0000-0000-0000-000000000000}"/>
          </ac:picMkLst>
        </pc:picChg>
      </pc:sldChg>
      <pc:sldChg chg="modSp">
        <pc:chgData name="Swetha G" userId="S::swetha.g2021@vitstudent.ac.in::7d0e1a2e-eeff-4a72-8f10-59ffb7b68d1f" providerId="AD" clId="Web-{715E0E7E-54F4-C82F-9E32-3C2B22ECB9F6}" dt="2024-08-03T09:36:35.114" v="8" actId="20577"/>
        <pc:sldMkLst>
          <pc:docMk/>
          <pc:sldMk cId="572693603" sldId="316"/>
        </pc:sldMkLst>
        <pc:spChg chg="mod">
          <ac:chgData name="Swetha G" userId="S::swetha.g2021@vitstudent.ac.in::7d0e1a2e-eeff-4a72-8f10-59ffb7b68d1f" providerId="AD" clId="Web-{715E0E7E-54F4-C82F-9E32-3C2B22ECB9F6}" dt="2024-08-03T09:36:35.114" v="8" actId="20577"/>
          <ac:spMkLst>
            <pc:docMk/>
            <pc:sldMk cId="572693603" sldId="316"/>
            <ac:spMk id="8" creationId="{00000000-0000-0000-0000-000000000000}"/>
          </ac:spMkLst>
        </pc:spChg>
      </pc:sldChg>
    </pc:docChg>
  </pc:docChgLst>
  <pc:docChgLst>
    <pc:chgData name="Pranav G" userId="S::pranav.g2021@vitstudent.ac.in::146526b0-19f3-47e1-8506-5f46a6245df3" providerId="AD" clId="Web-{9E95A23D-A2AC-BEE6-C9F9-0FE471C819DF}"/>
    <pc:docChg chg="modSld">
      <pc:chgData name="Pranav G" userId="S::pranav.g2021@vitstudent.ac.in::146526b0-19f3-47e1-8506-5f46a6245df3" providerId="AD" clId="Web-{9E95A23D-A2AC-BEE6-C9F9-0FE471C819DF}" dt="2024-08-07T13:09:19.306" v="3" actId="1076"/>
      <pc:docMkLst>
        <pc:docMk/>
      </pc:docMkLst>
      <pc:sldChg chg="modSp">
        <pc:chgData name="Pranav G" userId="S::pranav.g2021@vitstudent.ac.in::146526b0-19f3-47e1-8506-5f46a6245df3" providerId="AD" clId="Web-{9E95A23D-A2AC-BEE6-C9F9-0FE471C819DF}" dt="2024-08-07T13:09:19.306" v="3" actId="1076"/>
        <pc:sldMkLst>
          <pc:docMk/>
          <pc:sldMk cId="2338714057" sldId="260"/>
        </pc:sldMkLst>
        <pc:spChg chg="mod">
          <ac:chgData name="Pranav G" userId="S::pranav.g2021@vitstudent.ac.in::146526b0-19f3-47e1-8506-5f46a6245df3" providerId="AD" clId="Web-{9E95A23D-A2AC-BEE6-C9F9-0FE471C819DF}" dt="2024-08-07T13:09:19.306" v="3" actId="1076"/>
          <ac:spMkLst>
            <pc:docMk/>
            <pc:sldMk cId="2338714057" sldId="260"/>
            <ac:spMk id="13" creationId="{00000000-0000-0000-0000-000000000000}"/>
          </ac:spMkLst>
        </pc:spChg>
      </pc:sldChg>
    </pc:docChg>
  </pc:docChgLst>
  <pc:docChgLst>
    <pc:chgData name="Jaynithi M" userId="S::jaynithi.m2021@vitstudent.ac.in::2a78ba5c-37d9-4d63-b27a-317425fe8f2a" providerId="AD" clId="Web-{A4F6E64C-9ECD-76BB-687F-586837C32F20}"/>
    <pc:docChg chg="modSld">
      <pc:chgData name="Jaynithi M" userId="S::jaynithi.m2021@vitstudent.ac.in::2a78ba5c-37d9-4d63-b27a-317425fe8f2a" providerId="AD" clId="Web-{A4F6E64C-9ECD-76BB-687F-586837C32F20}" dt="2024-07-31T08:59:33.533" v="1" actId="14100"/>
      <pc:docMkLst>
        <pc:docMk/>
      </pc:docMkLst>
      <pc:sldChg chg="modSp">
        <pc:chgData name="Jaynithi M" userId="S::jaynithi.m2021@vitstudent.ac.in::2a78ba5c-37d9-4d63-b27a-317425fe8f2a" providerId="AD" clId="Web-{A4F6E64C-9ECD-76BB-687F-586837C32F20}" dt="2024-07-31T08:40:02.578" v="0" actId="1076"/>
        <pc:sldMkLst>
          <pc:docMk/>
          <pc:sldMk cId="2338714057" sldId="260"/>
        </pc:sldMkLst>
        <pc:spChg chg="mod">
          <ac:chgData name="Jaynithi M" userId="S::jaynithi.m2021@vitstudent.ac.in::2a78ba5c-37d9-4d63-b27a-317425fe8f2a" providerId="AD" clId="Web-{A4F6E64C-9ECD-76BB-687F-586837C32F20}" dt="2024-07-31T08:40:02.578" v="0" actId="1076"/>
          <ac:spMkLst>
            <pc:docMk/>
            <pc:sldMk cId="2338714057" sldId="260"/>
            <ac:spMk id="6" creationId="{00000000-0000-0000-0000-000000000000}"/>
          </ac:spMkLst>
        </pc:spChg>
      </pc:sldChg>
      <pc:sldChg chg="modSp">
        <pc:chgData name="Jaynithi M" userId="S::jaynithi.m2021@vitstudent.ac.in::2a78ba5c-37d9-4d63-b27a-317425fe8f2a" providerId="AD" clId="Web-{A4F6E64C-9ECD-76BB-687F-586837C32F20}" dt="2024-07-31T08:59:33.533" v="1" actId="14100"/>
        <pc:sldMkLst>
          <pc:docMk/>
          <pc:sldMk cId="422515228" sldId="309"/>
        </pc:sldMkLst>
        <pc:picChg chg="mod">
          <ac:chgData name="Jaynithi M" userId="S::jaynithi.m2021@vitstudent.ac.in::2a78ba5c-37d9-4d63-b27a-317425fe8f2a" providerId="AD" clId="Web-{A4F6E64C-9ECD-76BB-687F-586837C32F20}" dt="2024-07-31T08:59:33.533" v="1" actId="14100"/>
          <ac:picMkLst>
            <pc:docMk/>
            <pc:sldMk cId="422515228" sldId="309"/>
            <ac:picMk id="2" creationId="{00000000-0000-0000-0000-000000000000}"/>
          </ac:picMkLst>
        </pc:picChg>
      </pc:sldChg>
    </pc:docChg>
  </pc:docChgLst>
  <pc:docChgLst>
    <pc:chgData name="Yogesh P" userId="S::yogesh.p2021@vitstudent.ac.in::0d9b065a-fb10-4f5f-9e48-a8a80696baf1" providerId="AD" clId="Web-{5C3EC3BA-5B5A-9002-4CCF-E9456CF47F25}"/>
    <pc:docChg chg="modSld">
      <pc:chgData name="Yogesh P" userId="S::yogesh.p2021@vitstudent.ac.in::0d9b065a-fb10-4f5f-9e48-a8a80696baf1" providerId="AD" clId="Web-{5C3EC3BA-5B5A-9002-4CCF-E9456CF47F25}" dt="2024-07-30T13:50:38.846" v="4" actId="14100"/>
      <pc:docMkLst>
        <pc:docMk/>
      </pc:docMkLst>
      <pc:sldChg chg="modSp">
        <pc:chgData name="Yogesh P" userId="S::yogesh.p2021@vitstudent.ac.in::0d9b065a-fb10-4f5f-9e48-a8a80696baf1" providerId="AD" clId="Web-{5C3EC3BA-5B5A-9002-4CCF-E9456CF47F25}" dt="2024-07-30T13:50:38.846" v="4" actId="14100"/>
        <pc:sldMkLst>
          <pc:docMk/>
          <pc:sldMk cId="422515228" sldId="309"/>
        </pc:sldMkLst>
        <pc:picChg chg="mod">
          <ac:chgData name="Yogesh P" userId="S::yogesh.p2021@vitstudent.ac.in::0d9b065a-fb10-4f5f-9e48-a8a80696baf1" providerId="AD" clId="Web-{5C3EC3BA-5B5A-9002-4CCF-E9456CF47F25}" dt="2024-07-30T13:50:38.846" v="4" actId="14100"/>
          <ac:picMkLst>
            <pc:docMk/>
            <pc:sldMk cId="422515228" sldId="309"/>
            <ac:picMk id="2" creationId="{00000000-0000-0000-0000-000000000000}"/>
          </ac:picMkLst>
        </pc:picChg>
      </pc:sldChg>
    </pc:docChg>
  </pc:docChgLst>
  <pc:docChgLst>
    <pc:chgData name="Niranjana D" userId="S::niranjana.d2021@vitstudent.ac.in::a280a3eb-28c3-46dc-96eb-56b5c61479dc" providerId="AD" clId="Web-{549F54D9-C703-4966-B9B2-B119975BF1ED}"/>
    <pc:docChg chg="modSld">
      <pc:chgData name="Niranjana D" userId="S::niranjana.d2021@vitstudent.ac.in::a280a3eb-28c3-46dc-96eb-56b5c61479dc" providerId="AD" clId="Web-{549F54D9-C703-4966-B9B2-B119975BF1ED}" dt="2024-08-06T16:48:30.465" v="0" actId="1076"/>
      <pc:docMkLst>
        <pc:docMk/>
      </pc:docMkLst>
      <pc:sldChg chg="modSp">
        <pc:chgData name="Niranjana D" userId="S::niranjana.d2021@vitstudent.ac.in::a280a3eb-28c3-46dc-96eb-56b5c61479dc" providerId="AD" clId="Web-{549F54D9-C703-4966-B9B2-B119975BF1ED}" dt="2024-08-06T16:48:30.465" v="0" actId="1076"/>
        <pc:sldMkLst>
          <pc:docMk/>
          <pc:sldMk cId="1641573496" sldId="306"/>
        </pc:sldMkLst>
        <pc:spChg chg="mod">
          <ac:chgData name="Niranjana D" userId="S::niranjana.d2021@vitstudent.ac.in::a280a3eb-28c3-46dc-96eb-56b5c61479dc" providerId="AD" clId="Web-{549F54D9-C703-4966-B9B2-B119975BF1ED}" dt="2024-08-06T16:48:30.465" v="0" actId="1076"/>
          <ac:spMkLst>
            <pc:docMk/>
            <pc:sldMk cId="1641573496" sldId="30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0DAB2-D569-4BA6-9CA9-02DE472518AD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9F3061-F6E1-4C6A-A019-CE155A9E76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5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9D4C6E2-6B76-49C7-94A9-CC7273F006EE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97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BB5B1-7583-48AF-8683-650466398D8B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6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B7172-94FD-43AB-ADA2-8C9C15F34FFD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D3E0-5469-4252-B6AD-53B786A44D0E}" type="datetime1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8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93A-36B8-4788-A7CA-8AD100505BF7}" type="datetime1">
              <a:rPr lang="en-US" smtClean="0"/>
              <a:t>8/7/2024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0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F36C-A69E-4870-B1D4-12E0606C5CB7}" type="datetime1">
              <a:rPr lang="en-US" smtClean="0"/>
              <a:t>8/7/2024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9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389C0-1E68-4F03-B5DF-CCCAFAD1D7F0}" type="datetime1">
              <a:rPr lang="en-US" smtClean="0"/>
              <a:t>8/7/2024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6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52DD-82C3-4916-880F-005F8E82A54D}" type="datetime1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4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7D2A-BBC1-4652-B0D7-229B4FD29499}" type="datetime1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5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0E610-CEEE-480A-87D2-0B18B555A38E}" type="datetime1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4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E0E0-466A-4CA4-A146-C59033D9E47D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51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0060-7282-444A-9BBB-708125020BA7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31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D743E-0C1A-4C9F-927D-7FBC77B0885D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45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B7D7-78C4-45BB-935F-EC98CEAC076F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40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44BF8-78B9-41AC-9C0A-C045935D2E01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0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40BE-7EBF-4B4D-BF40-6796A8B95A1D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208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6EF2B-B252-4147-B04D-911807813090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8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4E6374-CDB9-493B-93AE-1660583031A0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99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6253" y="1717952"/>
            <a:ext cx="11859493" cy="34359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66260" y="357994"/>
            <a:ext cx="11873345" cy="6400800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effectLst>
                <a:glow rad="101600">
                  <a:schemeClr val="bg1">
                    <a:lumMod val="95000"/>
                    <a:lumOff val="5000"/>
                    <a:alpha val="60000"/>
                  </a:schemeClr>
                </a:glow>
              </a:effectLst>
            </a:endParaRPr>
          </a:p>
        </p:txBody>
      </p:sp>
      <p:sp>
        <p:nvSpPr>
          <p:cNvPr id="13" name="Flowchart: Alternate Process 12"/>
          <p:cNvSpPr/>
          <p:nvPr/>
        </p:nvSpPr>
        <p:spPr>
          <a:xfrm>
            <a:off x="160769" y="2434647"/>
            <a:ext cx="10820400" cy="2719241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60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Century Gothic" panose="020B0502020202020204" pitchFamily="34" charset="0"/>
              </a:rPr>
              <a:t>LAB-3</a:t>
            </a:r>
          </a:p>
          <a:p>
            <a:pPr algn="ctr"/>
            <a:r>
              <a:rPr lang="en-US" sz="48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Century Gothic" panose="020B0502020202020204" pitchFamily="34" charset="0"/>
                <a:cs typeface="Narkisim" pitchFamily="34" charset="-79"/>
              </a:rPr>
              <a:t>WORKING WITH PWM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731" y="1525720"/>
            <a:ext cx="11009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14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PWM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47FD5986-287E-4937-8FB4-B876480119B0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2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36292" y="6587769"/>
            <a:ext cx="393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75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PWM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994542"/>
            <a:ext cx="115922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PWM signal stays “ON” for a given time and stays “OFF” for a certain time, the percentage of time for which the signal remains “ON” is known as the duty cycle.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endParaRPr lang="en-IN" sz="26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If the signal is always “ON,” then the signal must have a 100 % duty cycle. The formula to calculate the duty cycle is given as follows: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q"/>
            </a:pPr>
            <a:endParaRPr lang="en-IN" sz="12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Duty Cycle= Ton / (Ton +Toff) * 100 (percentage)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6292" y="6587769"/>
            <a:ext cx="393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10" y="3913092"/>
            <a:ext cx="6332206" cy="224106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78245" y="4559571"/>
            <a:ext cx="292336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Period = </a:t>
            </a:r>
            <a:r>
              <a:rPr lang="en-IN" sz="24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Ton+Toff</a:t>
            </a:r>
            <a:endParaRPr lang="en-IN" sz="2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Period = 1/Frequency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5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PWM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6292" y="6587769"/>
            <a:ext cx="393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- 3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39" y="1176333"/>
            <a:ext cx="6787913" cy="523262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752" y="2560975"/>
            <a:ext cx="4365473" cy="2517317"/>
          </a:xfrm>
          <a:prstGeom prst="rect">
            <a:avLst/>
          </a:prstGeom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20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3684" y="191524"/>
            <a:ext cx="1159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STM32 Nucleo-64 - Pin Details (</a:t>
            </a:r>
            <a:r>
              <a:rPr lang="en-US" sz="2800" err="1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Morpho</a:t>
            </a:r>
            <a:r>
              <a:rPr lang="en-US" sz="2800">
                <a:solidFill>
                  <a:srgbClr val="0070C0"/>
                </a:solidFill>
                <a:latin typeface="Tw Cen MT" panose="020B0602020104020603" pitchFamily="34" charset="0"/>
                <a:cs typeface="Microsoft Tai Le" panose="020B0502040204020203" pitchFamily="34" charset="0"/>
              </a:rPr>
              <a:t> Headers)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1636" y="6587769"/>
            <a:ext cx="3996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- 3</a:t>
            </a:r>
          </a:p>
        </p:txBody>
      </p:sp>
      <p:sp>
        <p:nvSpPr>
          <p:cNvPr id="2" name="Rectangle 1"/>
          <p:cNvSpPr/>
          <p:nvPr/>
        </p:nvSpPr>
        <p:spPr>
          <a:xfrm>
            <a:off x="875433" y="6213812"/>
            <a:ext cx="101890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>
                <a:solidFill>
                  <a:srgbClr val="3333FF"/>
                </a:solidFill>
                <a:latin typeface="Century Gothic" panose="020B0502020202020204" pitchFamily="34" charset="0"/>
              </a:rPr>
              <a:t>Image credit: arm MBED, Ref. URL : </a:t>
            </a:r>
            <a:r>
              <a:rPr lang="en-IN" sz="1400" b="1" u="sng">
                <a:solidFill>
                  <a:srgbClr val="3333FF"/>
                </a:solidFill>
                <a:latin typeface="Century Gothic" panose="020B0502020202020204" pitchFamily="34" charset="0"/>
              </a:rPr>
              <a:t>https://os.mbed.com/forum/electronics/topic/15346/?page=1#comment-52189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40" y="835253"/>
            <a:ext cx="7614869" cy="5311606"/>
          </a:xfrm>
          <a:prstGeom prst="rect">
            <a:avLst/>
          </a:prstGeom>
          <a:ln>
            <a:solidFill>
              <a:schemeClr val="bg1"/>
            </a:solidFill>
          </a:ln>
        </p:spPr>
      </p:pic>
      <p:grpSp>
        <p:nvGrpSpPr>
          <p:cNvPr id="15" name="Group 14"/>
          <p:cNvGrpSpPr/>
          <p:nvPr/>
        </p:nvGrpSpPr>
        <p:grpSpPr>
          <a:xfrm>
            <a:off x="8653371" y="2121894"/>
            <a:ext cx="2906541" cy="3445237"/>
            <a:chOff x="8653371" y="2121894"/>
            <a:chExt cx="2906541" cy="344523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64061" y="2511005"/>
              <a:ext cx="2530059" cy="358171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64061" y="3890586"/>
              <a:ext cx="2895851" cy="1676545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64061" y="2964265"/>
              <a:ext cx="2059357" cy="337986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53371" y="3397340"/>
              <a:ext cx="1905165" cy="381033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64061" y="2121894"/>
              <a:ext cx="2370025" cy="342930"/>
            </a:xfrm>
            <a:prstGeom prst="rect">
              <a:avLst/>
            </a:prstGeom>
          </p:spPr>
        </p:pic>
      </p:grpSp>
      <p:sp>
        <p:nvSpPr>
          <p:cNvPr id="16" name="Rectangle 15"/>
          <p:cNvSpPr/>
          <p:nvPr/>
        </p:nvSpPr>
        <p:spPr>
          <a:xfrm>
            <a:off x="9070655" y="1563131"/>
            <a:ext cx="155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>
                <a:solidFill>
                  <a:srgbClr val="00B0F0"/>
                </a:solidFill>
                <a:latin typeface="Lato"/>
              </a:rPr>
              <a:t>Pins Legend</a:t>
            </a:r>
            <a:endParaRPr lang="en-IN" b="1" i="0">
              <a:solidFill>
                <a:srgbClr val="00B0F0"/>
              </a:solidFill>
              <a:effectLst/>
              <a:latin typeface="Lato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22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PWM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6292" y="6587769"/>
            <a:ext cx="393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- 3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29" y="1486585"/>
            <a:ext cx="8475734" cy="4612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637309" y="1092409"/>
            <a:ext cx="18705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4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API required: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2361" y="6095326"/>
            <a:ext cx="6208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>
                <a:solidFill>
                  <a:srgbClr val="3333FF"/>
                </a:solidFill>
              </a:rPr>
              <a:t>https://os.mbed.com/docs/mbed-os/v6.16/apis/pwmout.html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52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911418"/>
            <a:ext cx="11592251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Controlling LED brightness with 75% duty cycle 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Write a C++ program with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mbed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APIs to control the brightness of the LED using a PWM signal with duty cycle 75%. Assume PWM period as 2 Seconds. Implement and verify this logic on the STM32 Nucleo-64  board using </a:t>
            </a:r>
            <a:r>
              <a:rPr lang="en-IN" sz="26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Keil</a:t>
            </a:r>
            <a:r>
              <a:rPr lang="en-IN" sz="26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Studio Cloud IDE. </a:t>
            </a: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6292" y="6587769"/>
            <a:ext cx="393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86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9" y="1135950"/>
            <a:ext cx="1159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8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Program:</a:t>
            </a: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						</a:t>
            </a:r>
            <a:endParaRPr lang="en-IN" sz="2800" b="1" u="sng">
              <a:solidFill>
                <a:srgbClr val="C00000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1636" y="6587769"/>
            <a:ext cx="3996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- 3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09" y="1893627"/>
            <a:ext cx="10761856" cy="374055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52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911418"/>
            <a:ext cx="11592251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Increasing/decreasing LED brightness using variable duty cycle 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Write a C++ program with </a:t>
            </a:r>
            <a:r>
              <a:rPr lang="en-IN" sz="24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mbed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APIs to gradually increase and decrease LED brightness using PWM signal with variable duty cycle. Assume the LED is connected to PC_8 PWM pin, time period of the PWM signal as 10ms, increment/decrement duty cycle value is 10% and delay between each increment/decrement duty cycle is 0.5s. Implement and verify this logic on the STM32 Nucleo-64  board using </a:t>
            </a:r>
            <a:r>
              <a:rPr lang="en-IN" sz="2400" err="1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Keil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Studio Cloud IDE. 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6292" y="6587769"/>
            <a:ext cx="393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3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9" y="1135950"/>
            <a:ext cx="1159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8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Program:</a:t>
            </a: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						</a:t>
            </a:r>
            <a:endParaRPr lang="en-IN" sz="2800" b="1" u="sng">
              <a:solidFill>
                <a:srgbClr val="C00000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1636" y="6587769"/>
            <a:ext cx="3996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082" y="1145475"/>
            <a:ext cx="7367462" cy="511697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5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911418"/>
            <a:ext cx="11592251" cy="5112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>
                <a:solidFill>
                  <a:srgbClr val="C00000"/>
                </a:solidFill>
                <a:latin typeface="Tw Cen MT"/>
                <a:cs typeface="Segoe UI"/>
              </a:rPr>
              <a:t>Generate a music note SA-RE-GA-MA-PA-THA-NEE using PWM signal</a:t>
            </a:r>
          </a:p>
          <a:p>
            <a:pPr algn="just">
              <a:lnSpc>
                <a:spcPct val="150000"/>
              </a:lnSpc>
            </a:pPr>
            <a:r>
              <a:rPr lang="en-IN" sz="2400">
                <a:solidFill>
                  <a:schemeClr val="bg1"/>
                </a:solidFill>
                <a:latin typeface="Tw Cen MT"/>
                <a:cs typeface="Segoe UI"/>
              </a:rPr>
              <a:t>Write a C++ code with </a:t>
            </a:r>
            <a:r>
              <a:rPr lang="en-IN" sz="2400" err="1">
                <a:solidFill>
                  <a:schemeClr val="bg1"/>
                </a:solidFill>
                <a:latin typeface="Tw Cen MT"/>
                <a:cs typeface="Segoe UI"/>
              </a:rPr>
              <a:t>mbed</a:t>
            </a:r>
            <a:r>
              <a:rPr lang="en-IN" sz="2400">
                <a:solidFill>
                  <a:schemeClr val="bg1"/>
                </a:solidFill>
                <a:latin typeface="Tw Cen MT"/>
                <a:cs typeface="Segoe UI"/>
              </a:rPr>
              <a:t> APIs to generate a music note SA-RE-GA-MA-PA-THA-NEE on the buzzer using PWM signal. Frequency for each music tone is listed below.</a:t>
            </a:r>
            <a:endParaRPr lang="en-IN">
              <a:solidFill>
                <a:schemeClr val="bg1"/>
              </a:solidFill>
              <a:latin typeface="Tw Cen MT"/>
              <a:cs typeface="Segoe UI"/>
            </a:endParaRPr>
          </a:p>
          <a:p>
            <a:pPr algn="just">
              <a:lnSpc>
                <a:spcPct val="150000"/>
              </a:lnSpc>
            </a:pPr>
            <a:endParaRPr lang="en-IN" sz="2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2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>
                <a:solidFill>
                  <a:schemeClr val="bg1"/>
                </a:solidFill>
                <a:latin typeface="Tw Cen MT"/>
                <a:cs typeface="Segoe UI"/>
              </a:rPr>
              <a:t> Implement and verify this logic on the STM32 Nucleo-64  board using </a:t>
            </a:r>
            <a:r>
              <a:rPr lang="en-IN" sz="2400" err="1">
                <a:solidFill>
                  <a:schemeClr val="bg1"/>
                </a:solidFill>
                <a:latin typeface="Tw Cen MT"/>
                <a:cs typeface="Segoe UI"/>
              </a:rPr>
              <a:t>Keil</a:t>
            </a:r>
            <a:r>
              <a:rPr lang="en-IN" sz="2400">
                <a:solidFill>
                  <a:schemeClr val="bg1"/>
                </a:solidFill>
                <a:latin typeface="Tw Cen MT"/>
                <a:cs typeface="Segoe UI"/>
              </a:rPr>
              <a:t> Studio Cloud IDE.</a:t>
            </a:r>
            <a:endParaRPr lang="en-IN">
              <a:solidFill>
                <a:schemeClr val="bg1"/>
              </a:solidFill>
              <a:latin typeface="Tw Cen MT"/>
              <a:cs typeface="Segoe UI"/>
            </a:endParaRP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6292" y="6587769"/>
            <a:ext cx="393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987" y="2789711"/>
            <a:ext cx="4431723" cy="2620344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93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9" y="1135950"/>
            <a:ext cx="11592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8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Program:</a:t>
            </a: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						</a:t>
            </a:r>
            <a:endParaRPr lang="en-IN" sz="2800" b="1" u="sng">
              <a:solidFill>
                <a:srgbClr val="C00000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1636" y="6587769"/>
            <a:ext cx="3996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- 3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52" y="1888858"/>
            <a:ext cx="5862955" cy="439113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675" y="1888858"/>
            <a:ext cx="5360857" cy="323674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62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79010" y="304272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CHALLENGING TASK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4764" y="6587769"/>
            <a:ext cx="3913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Systems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 - 3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376" y="982834"/>
            <a:ext cx="11745912" cy="56015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IN" sz="2200">
                <a:solidFill>
                  <a:schemeClr val="bg1"/>
                </a:solidFill>
                <a:latin typeface="Tw Cen MT"/>
                <a:cs typeface="Segoe UI"/>
              </a:rPr>
              <a:t>Write a C++ program with </a:t>
            </a:r>
            <a:r>
              <a:rPr lang="en-IN" sz="2200" err="1">
                <a:solidFill>
                  <a:schemeClr val="bg1"/>
                </a:solidFill>
                <a:latin typeface="Tw Cen MT"/>
                <a:cs typeface="Segoe UI"/>
              </a:rPr>
              <a:t>mbed</a:t>
            </a:r>
            <a:r>
              <a:rPr lang="en-IN" sz="2200">
                <a:solidFill>
                  <a:schemeClr val="bg1"/>
                </a:solidFill>
                <a:latin typeface="Tw Cen MT"/>
                <a:cs typeface="Segoe UI"/>
              </a:rPr>
              <a:t> APIs to design a </a:t>
            </a:r>
            <a:r>
              <a:rPr lang="en-IN" sz="2200" b="1" i="1">
                <a:solidFill>
                  <a:srgbClr val="C00000"/>
                </a:solidFill>
                <a:latin typeface="Tw Cen MT"/>
                <a:cs typeface="Segoe UI"/>
              </a:rPr>
              <a:t>warning signals system for Automotive </a:t>
            </a:r>
            <a:r>
              <a:rPr lang="en-IN" sz="2200">
                <a:solidFill>
                  <a:schemeClr val="bg1"/>
                </a:solidFill>
                <a:latin typeface="Tw Cen MT"/>
                <a:cs typeface="Segoe UI"/>
              </a:rPr>
              <a:t>with the following logic. </a:t>
            </a:r>
            <a:endParaRPr lang="en-US">
              <a:solidFill>
                <a:schemeClr val="bg1"/>
              </a:solidFill>
            </a:endParaRPr>
          </a:p>
          <a:p>
            <a:pPr algn="just"/>
            <a:endParaRPr lang="en-IN" sz="800">
              <a:solidFill>
                <a:schemeClr val="bg1"/>
              </a:solidFill>
              <a:latin typeface="Tw Cen MT"/>
              <a:cs typeface="Segoe UI"/>
            </a:endParaRPr>
          </a:p>
          <a:p>
            <a:pPr marL="800100" lvl="1" indent="-342900" algn="just">
              <a:buClr>
                <a:srgbClr val="AE781D"/>
              </a:buClr>
              <a:buFont typeface="Wingdings" panose="05000000000000000000" pitchFamily="2" charset="2"/>
              <a:buChar char="Ø"/>
            </a:pPr>
            <a:r>
              <a:rPr lang="en-IN" sz="2200">
                <a:solidFill>
                  <a:schemeClr val="bg1"/>
                </a:solidFill>
                <a:latin typeface="Tw Cen MT"/>
                <a:cs typeface="Segoe UI"/>
              </a:rPr>
              <a:t>Use 4 switch and one buzzer to generate four warning signals such as indicator signal, horn sound, seat belt warning and reversing signal.</a:t>
            </a:r>
            <a:endParaRPr lang="en-IN"/>
          </a:p>
          <a:p>
            <a:pPr marL="800100" lvl="1" indent="-342900" algn="just">
              <a:buClr>
                <a:srgbClr val="AE781D"/>
              </a:buClr>
              <a:buFont typeface="Wingdings" panose="05000000000000000000" pitchFamily="2" charset="2"/>
              <a:buChar char="Ø"/>
            </a:pPr>
            <a:endParaRPr lang="en-IN" sz="800">
              <a:solidFill>
                <a:schemeClr val="bg1"/>
              </a:solidFill>
              <a:latin typeface="Tw Cen MT"/>
              <a:cs typeface="Segoe UI"/>
            </a:endParaRPr>
          </a:p>
          <a:p>
            <a:pPr marL="800100" lvl="1" indent="-342900" algn="just">
              <a:buClr>
                <a:srgbClr val="AE781D"/>
              </a:buClr>
              <a:buFont typeface="Wingdings" panose="05000000000000000000" pitchFamily="2" charset="2"/>
              <a:buChar char="Ø"/>
            </a:pPr>
            <a:r>
              <a:rPr lang="en-IN" sz="2200">
                <a:solidFill>
                  <a:schemeClr val="bg1"/>
                </a:solidFill>
                <a:latin typeface="Tw Cen MT"/>
                <a:cs typeface="Segoe UI"/>
              </a:rPr>
              <a:t>Assume each of these warning signals must have 50% duty cycle and 0.5s delay between their ON and OFF state.</a:t>
            </a:r>
            <a:endParaRPr lang="en-IN"/>
          </a:p>
          <a:p>
            <a:pPr marL="800100" lvl="1" indent="-342900" algn="just">
              <a:buClr>
                <a:srgbClr val="AE781D"/>
              </a:buClr>
              <a:buFont typeface="Wingdings" panose="05000000000000000000" pitchFamily="2" charset="2"/>
              <a:buChar char="Ø"/>
            </a:pPr>
            <a:r>
              <a:rPr lang="en-IN" sz="2200">
                <a:solidFill>
                  <a:schemeClr val="bg1"/>
                </a:solidFill>
                <a:latin typeface="Tw Cen MT"/>
                <a:cs typeface="Segoe UI"/>
              </a:rPr>
              <a:t>Activate the respective warning signal as per the following switch status,</a:t>
            </a:r>
            <a:endParaRPr lang="en-IN"/>
          </a:p>
          <a:p>
            <a:pPr marL="1257300" lvl="2" indent="-342900" algn="just">
              <a:buClr>
                <a:srgbClr val="AE781D"/>
              </a:buClr>
              <a:buFont typeface="Wingdings" panose="05000000000000000000" pitchFamily="2" charset="2"/>
              <a:buChar char="Ø"/>
            </a:pPr>
            <a:r>
              <a:rPr lang="en-IN" sz="2000">
                <a:solidFill>
                  <a:schemeClr val="bg1"/>
                </a:solidFill>
                <a:latin typeface="Tw Cen MT"/>
                <a:cs typeface="Segoe UI"/>
              </a:rPr>
              <a:t>If Switch-1 is HIGH, generate a indicator signal (2 Hz) </a:t>
            </a:r>
            <a:endParaRPr lang="en-IN"/>
          </a:p>
          <a:p>
            <a:pPr marL="1257300" lvl="2" indent="-342900" algn="just">
              <a:buClr>
                <a:srgbClr val="AE781D"/>
              </a:buClr>
              <a:buFont typeface="Wingdings" panose="05000000000000000000" pitchFamily="2" charset="2"/>
              <a:buChar char="Ø"/>
            </a:pPr>
            <a:r>
              <a:rPr lang="en-IN" sz="2000">
                <a:solidFill>
                  <a:schemeClr val="bg1"/>
                </a:solidFill>
                <a:latin typeface="Tw Cen MT"/>
                <a:cs typeface="Segoe UI"/>
              </a:rPr>
              <a:t>If Switch-2 is HIGH, generate a Horn signal (400 Hz) </a:t>
            </a:r>
            <a:endParaRPr lang="en-IN"/>
          </a:p>
          <a:p>
            <a:pPr marL="1257300" lvl="2" indent="-342900" algn="just">
              <a:buClr>
                <a:srgbClr val="AE781D"/>
              </a:buClr>
              <a:buFont typeface="Wingdings" panose="05000000000000000000" pitchFamily="2" charset="2"/>
              <a:buChar char="Ø"/>
            </a:pPr>
            <a:r>
              <a:rPr lang="en-IN" sz="2000">
                <a:solidFill>
                  <a:schemeClr val="bg1"/>
                </a:solidFill>
                <a:latin typeface="Tw Cen MT"/>
                <a:cs typeface="Segoe UI"/>
              </a:rPr>
              <a:t>If Switch-3 is HIGH, generate a Seat belt warning signal (612 Hz) </a:t>
            </a:r>
            <a:endParaRPr lang="en-IN"/>
          </a:p>
          <a:p>
            <a:pPr marL="1257300" lvl="2" indent="-342900" algn="just">
              <a:buClr>
                <a:srgbClr val="AE781D"/>
              </a:buClr>
              <a:buFont typeface="Wingdings" panose="05000000000000000000" pitchFamily="2" charset="2"/>
              <a:buChar char="Ø"/>
            </a:pPr>
            <a:r>
              <a:rPr lang="en-IN" sz="2000">
                <a:solidFill>
                  <a:schemeClr val="bg1"/>
                </a:solidFill>
                <a:latin typeface="Tw Cen MT"/>
                <a:cs typeface="Segoe UI"/>
              </a:rPr>
              <a:t>If Switch-4 is HIGH, generate a Reversing signal (1000 Hz) </a:t>
            </a:r>
            <a:endParaRPr lang="en-IN"/>
          </a:p>
          <a:p>
            <a:pPr marL="1257300" lvl="2" indent="-342900" algn="just">
              <a:buClr>
                <a:srgbClr val="AE781D"/>
              </a:buClr>
              <a:buFont typeface="Wingdings" panose="05000000000000000000" pitchFamily="2" charset="2"/>
              <a:buChar char="Ø"/>
            </a:pPr>
            <a:r>
              <a:rPr lang="en-IN" sz="2000">
                <a:solidFill>
                  <a:schemeClr val="bg1"/>
                </a:solidFill>
                <a:latin typeface="Tw Cen MT"/>
                <a:cs typeface="Segoe UI"/>
              </a:rPr>
              <a:t>If all switches are LOW, the buzzer should be in OFF state</a:t>
            </a:r>
            <a:endParaRPr lang="en-IN"/>
          </a:p>
          <a:p>
            <a:pPr marL="800100" lvl="1" indent="-342900" algn="just">
              <a:buClr>
                <a:srgbClr val="AE781D"/>
              </a:buClr>
              <a:buFont typeface="Wingdings" panose="05000000000000000000" pitchFamily="2" charset="2"/>
              <a:buChar char="Ø"/>
            </a:pPr>
            <a:endParaRPr lang="en-IN" sz="800">
              <a:solidFill>
                <a:schemeClr val="bg1"/>
              </a:solidFill>
              <a:latin typeface="Tw Cen MT"/>
              <a:cs typeface="Segoe UI"/>
            </a:endParaRPr>
          </a:p>
          <a:p>
            <a:pPr algn="just"/>
            <a:r>
              <a:rPr lang="en-IN" sz="2200">
                <a:solidFill>
                  <a:schemeClr val="bg1"/>
                </a:solidFill>
                <a:latin typeface="Tw Cen MT"/>
                <a:cs typeface="Segoe UI"/>
              </a:rPr>
              <a:t>Implement and verify this logic on the STM32 Nucleo-64  board using </a:t>
            </a:r>
            <a:r>
              <a:rPr lang="en-IN" sz="2200" err="1">
                <a:solidFill>
                  <a:schemeClr val="bg1"/>
                </a:solidFill>
                <a:latin typeface="Tw Cen MT"/>
                <a:cs typeface="Segoe UI"/>
              </a:rPr>
              <a:t>Keil</a:t>
            </a:r>
            <a:r>
              <a:rPr lang="en-IN" sz="2200">
                <a:solidFill>
                  <a:schemeClr val="bg1"/>
                </a:solidFill>
                <a:latin typeface="Tw Cen MT"/>
                <a:cs typeface="Segoe UI"/>
              </a:rPr>
              <a:t> Studio Cloud IDE. </a:t>
            </a:r>
            <a:endParaRPr lang="en-US">
              <a:solidFill>
                <a:schemeClr val="bg1"/>
              </a:solidFill>
            </a:endParaRPr>
          </a:p>
          <a:p>
            <a:pPr algn="just">
              <a:buClr>
                <a:schemeClr val="accent5">
                  <a:lumMod val="75000"/>
                </a:schemeClr>
              </a:buClr>
            </a:pPr>
            <a:endParaRPr lang="en-IN" sz="2000" b="1" u="sng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buClr>
                <a:schemeClr val="accent5">
                  <a:lumMod val="75000"/>
                </a:schemeClr>
              </a:buClr>
            </a:pPr>
            <a:r>
              <a:rPr lang="en-IN" sz="2000" b="1" u="sng">
                <a:solidFill>
                  <a:schemeClr val="bg1"/>
                </a:solidFill>
                <a:latin typeface="Tw Cen MT"/>
                <a:cs typeface="Segoe UI"/>
              </a:rPr>
              <a:t>Hint: </a:t>
            </a:r>
            <a:r>
              <a:rPr lang="en-IN">
                <a:solidFill>
                  <a:schemeClr val="bg1"/>
                </a:solidFill>
                <a:latin typeface="Tw Cen MT"/>
                <a:cs typeface="Segoe UI"/>
              </a:rPr>
              <a:t>Use 4 Digital pins for switches to select the warning signal(</a:t>
            </a:r>
            <a:r>
              <a:rPr lang="en-IN" err="1">
                <a:solidFill>
                  <a:schemeClr val="bg1"/>
                </a:solidFill>
                <a:latin typeface="Tw Cen MT"/>
                <a:cs typeface="Segoe UI"/>
              </a:rPr>
              <a:t>Busin</a:t>
            </a:r>
            <a:r>
              <a:rPr lang="en-IN">
                <a:solidFill>
                  <a:schemeClr val="bg1"/>
                </a:solidFill>
                <a:latin typeface="Tw Cen MT"/>
                <a:cs typeface="Segoe UI"/>
              </a:rPr>
              <a:t>) &amp; one buzzer to generate the different warning sound(PWM).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73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500764" y="2396840"/>
            <a:ext cx="7419095" cy="1143000"/>
          </a:xfrm>
          <a:solidFill>
            <a:srgbClr val="00B0F0"/>
          </a:solidFill>
          <a:effectLst>
            <a:glow rad="1016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  <a:reflection blurRad="6350" stA="50000" endA="295" endPos="92000" dist="101600" dir="5400000" sy="-100000" algn="bl" rotWithShape="0"/>
          </a:effectLst>
          <a:scene3d>
            <a:camera prst="perspectiveContrastingRightFacing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6000" b="1">
                <a:solidFill>
                  <a:schemeClr val="bg1"/>
                </a:solidFill>
                <a:latin typeface="Forte" pitchFamily="66" charset="0"/>
              </a:rPr>
              <a:t>THANK   YOU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1379407">
            <a:off x="9132744" y="4466435"/>
            <a:ext cx="2632075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lackadder ITC" pitchFamily="82" charset="0"/>
              </a:rPr>
              <a:t>by</a:t>
            </a:r>
          </a:p>
          <a:p>
            <a:pPr algn="ctr"/>
            <a:r>
              <a:rPr lang="en-US" sz="5400" b="1">
                <a:solidFill>
                  <a:srgbClr val="C00000"/>
                </a:solidFill>
                <a:latin typeface="Blackadder ITC" pitchFamily="82" charset="0"/>
              </a:rPr>
              <a:t> prakash  v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762000"/>
            <a:ext cx="7848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Content Placeholder 4" descr="butterflybluex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23401" y="5170340"/>
            <a:ext cx="2152650" cy="1590675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1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15 0.03796 C 0.07422 0.04398 0.21172 0.05046 0.2332 -0.03033 C 0.25456 -0.11111 0.05703 -0.33172 0.06563 -0.44653 C 0.075 -0.56135 0.17487 -0.68797 0.28724 -0.71968 C 0.4013 -0.75139 0.69622 -0.68241 0.74531 -0.63681 C 0.7944 -0.59121 0.61016 -0.47824 0.58307 -0.44653 " pathEditMode="relative" rAng="0" ptsTypes="aaaaaA">
                                      <p:cBhvr>
                                        <p:cTn id="18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00" y="-38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086&quot;&gt;&lt;property id=&quot;20148&quot; value=&quot;5&quot;/&gt;&lt;property id=&quot;20300&quot; value=&quot;Slide 11 - &amp;quot;THANK   YOU&amp;quot;&quot;/&gt;&lt;property id=&quot;20307&quot; value=&quot;259&quot;/&gt;&lt;/object&gt;&lt;object type=&quot;3&quot; unique_id=&quot;10213&quot;&gt;&lt;property id=&quot;20148&quot; value=&quot;5&quot;/&gt;&lt;property id=&quot;20300&quot; value=&quot;Slide 2&quot;/&gt;&lt;property id=&quot;20307&quot; value=&quot;260&quot;/&gt;&lt;/object&gt;&lt;object type=&quot;3&quot; unique_id=&quot;10451&quot;&gt;&lt;property id=&quot;20148&quot; value=&quot;5&quot;/&gt;&lt;property id=&quot;20300&quot; value=&quot;Slide 3&quot;/&gt;&lt;property id=&quot;20307&quot; value=&quot;267&quot;/&gt;&lt;/object&gt;&lt;object type=&quot;3&quot; unique_id=&quot;10717&quot;&gt;&lt;property id=&quot;20148&quot; value=&quot;5&quot;/&gt;&lt;property id=&quot;20300&quot; value=&quot;Slide 4&quot;/&gt;&lt;property id=&quot;20307&quot; value=&quot;268&quot;/&gt;&lt;/object&gt;&lt;object type=&quot;3&quot; unique_id=&quot;10718&quot;&gt;&lt;property id=&quot;20148&quot; value=&quot;5&quot;/&gt;&lt;property id=&quot;20300&quot; value=&quot;Slide 5&quot;/&gt;&lt;property id=&quot;20307&quot; value=&quot;269&quot;/&gt;&lt;/object&gt;&lt;object type=&quot;3&quot; unique_id=&quot;10719&quot;&gt;&lt;property id=&quot;20148&quot; value=&quot;5&quot;/&gt;&lt;property id=&quot;20300&quot; value=&quot;Slide 6&quot;/&gt;&lt;property id=&quot;20307&quot; value=&quot;270&quot;/&gt;&lt;/object&gt;&lt;object type=&quot;3&quot; unique_id=&quot;10788&quot;&gt;&lt;property id=&quot;20148&quot; value=&quot;5&quot;/&gt;&lt;property id=&quot;20300&quot; value=&quot;Slide 7&quot;/&gt;&lt;property id=&quot;20307&quot; value=&quot;271&quot;/&gt;&lt;/object&gt;&lt;object type=&quot;3&quot; unique_id=&quot;10819&quot;&gt;&lt;property id=&quot;20148&quot; value=&quot;5&quot;/&gt;&lt;property id=&quot;20300&quot; value=&quot;Slide 8&quot;/&gt;&lt;property id=&quot;20307&quot; value=&quot;272&quot;/&gt;&lt;/object&gt;&lt;object type=&quot;3&quot; unique_id=&quot;10875&quot;&gt;&lt;property id=&quot;20148&quot; value=&quot;5&quot;/&gt;&lt;property id=&quot;20300&quot; value=&quot;Slide 9&quot;/&gt;&lt;property id=&quot;20307&quot; value=&quot;273&quot;/&gt;&lt;/object&gt;&lt;object type=&quot;3&quot; unique_id=&quot;10912&quot;&gt;&lt;property id=&quot;20148&quot; value=&quot;5&quot;/&gt;&lt;property id=&quot;20300&quot; value=&quot;Slide 10&quot;/&gt;&lt;property id=&quot;20307&quot; value=&quot;274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30828B62F68548B536606B169F73C7" ma:contentTypeVersion="4" ma:contentTypeDescription="Create a new document." ma:contentTypeScope="" ma:versionID="e81a1a7dd6fade02954d078aa3427748">
  <xsd:schema xmlns:xsd="http://www.w3.org/2001/XMLSchema" xmlns:xs="http://www.w3.org/2001/XMLSchema" xmlns:p="http://schemas.microsoft.com/office/2006/metadata/properties" xmlns:ns2="f8b3528e-c29d-4111-b526-c93a7a094c4f" targetNamespace="http://schemas.microsoft.com/office/2006/metadata/properties" ma:root="true" ma:fieldsID="09227fdc07b02cec8d2dcb19b26e5d97" ns2:_="">
    <xsd:import namespace="f8b3528e-c29d-4111-b526-c93a7a094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b3528e-c29d-4111-b526-c93a7a094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2E3405-8A42-4A29-9E4A-565F88A005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A43A8A-C3CF-47C0-AC82-5556E372DFAD}">
  <ds:schemaRefs>
    <ds:schemaRef ds:uri="f8b3528e-c29d-4111-b526-c93a7a094c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TC103457452[[fn=Celestial]]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on FPGA Based Flexible Autopilot Platform for Unmanned Systems</dc:title>
  <dc:creator>Naveen Raja N</dc:creator>
  <cp:revision>1</cp:revision>
  <dcterms:created xsi:type="dcterms:W3CDTF">2013-10-21T17:01:43Z</dcterms:created>
  <dcterms:modified xsi:type="dcterms:W3CDTF">2024-08-07T17:30:32Z</dcterms:modified>
</cp:coreProperties>
</file>