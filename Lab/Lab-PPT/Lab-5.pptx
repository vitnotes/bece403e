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70" r:id="rId15"/>
    <p:sldId id="271" r:id="rId16"/>
    <p:sldId id="272" r:id="rId17"/>
    <p:sldId id="275" r:id="rId18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1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i M" userId="S::sanjai.m2021@vitstudent.ac.in::423d9676-fa3b-4838-a9f8-c34b9de4024d" providerId="AD" clId="Web-{65440EFA-965E-9ABC-9C52-28FA577AEF9D}"/>
    <pc:docChg chg="modSld">
      <pc:chgData name="Sanjai M" userId="S::sanjai.m2021@vitstudent.ac.in::423d9676-fa3b-4838-a9f8-c34b9de4024d" providerId="AD" clId="Web-{65440EFA-965E-9ABC-9C52-28FA577AEF9D}" dt="2024-08-14T08:45:10.338" v="0" actId="1076"/>
      <pc:docMkLst>
        <pc:docMk/>
      </pc:docMkLst>
      <pc:sldChg chg="modSp">
        <pc:chgData name="Sanjai M" userId="S::sanjai.m2021@vitstudent.ac.in::423d9676-fa3b-4838-a9f8-c34b9de4024d" providerId="AD" clId="Web-{65440EFA-965E-9ABC-9C52-28FA577AEF9D}" dt="2024-08-14T08:45:10.338" v="0" actId="1076"/>
        <pc:sldMkLst>
          <pc:docMk/>
          <pc:sldMk cId="4169447181" sldId="256"/>
        </pc:sldMkLst>
        <pc:spChg chg="mod">
          <ac:chgData name="Sanjai M" userId="S::sanjai.m2021@vitstudent.ac.in::423d9676-fa3b-4838-a9f8-c34b9de4024d" providerId="AD" clId="Web-{65440EFA-965E-9ABC-9C52-28FA577AEF9D}" dt="2024-08-14T08:45:10.338" v="0" actId="1076"/>
          <ac:spMkLst>
            <pc:docMk/>
            <pc:sldMk cId="4169447181" sldId="256"/>
            <ac:spMk id="13" creationId="{00000000-0000-0000-0000-000000000000}"/>
          </ac:spMkLst>
        </pc:spChg>
      </pc:sldChg>
    </pc:docChg>
  </pc:docChgLst>
  <pc:docChgLst>
    <pc:chgData name="Sai Krishna Srikanth" userId="S::saikrishna.srikanth2021@vitstudent.ac.in::f3a2489a-58fb-4c44-813a-0fc20d931c54" providerId="AD" clId="Web-{2B2F3E63-1240-556B-BBA1-A90BACDD69F5}"/>
    <pc:docChg chg="modSld">
      <pc:chgData name="Sai Krishna Srikanth" userId="S::saikrishna.srikanth2021@vitstudent.ac.in::f3a2489a-58fb-4c44-813a-0fc20d931c54" providerId="AD" clId="Web-{2B2F3E63-1240-556B-BBA1-A90BACDD69F5}" dt="2024-08-20T15:44:25.613" v="0" actId="1076"/>
      <pc:docMkLst>
        <pc:docMk/>
      </pc:docMkLst>
      <pc:sldChg chg="modSp">
        <pc:chgData name="Sai Krishna Srikanth" userId="S::saikrishna.srikanth2021@vitstudent.ac.in::f3a2489a-58fb-4c44-813a-0fc20d931c54" providerId="AD" clId="Web-{2B2F3E63-1240-556B-BBA1-A90BACDD69F5}" dt="2024-08-20T15:44:25.613" v="0" actId="1076"/>
        <pc:sldMkLst>
          <pc:docMk/>
          <pc:sldMk cId="705447612" sldId="263"/>
        </pc:sldMkLst>
        <pc:spChg chg="mod">
          <ac:chgData name="Sai Krishna Srikanth" userId="S::saikrishna.srikanth2021@vitstudent.ac.in::f3a2489a-58fb-4c44-813a-0fc20d931c54" providerId="AD" clId="Web-{2B2F3E63-1240-556B-BBA1-A90BACDD69F5}" dt="2024-08-20T15:44:25.613" v="0" actId="1076"/>
          <ac:spMkLst>
            <pc:docMk/>
            <pc:sldMk cId="705447612" sldId="263"/>
            <ac:spMk id="8" creationId="{00000000-0000-0000-0000-000000000000}"/>
          </ac:spMkLst>
        </pc:spChg>
      </pc:sldChg>
    </pc:docChg>
  </pc:docChgLst>
  <pc:docChgLst>
    <pc:chgData name="Dharshini" userId="S::dharshini.2021@vitstudent.ac.in::a9f68a23-63cc-4240-8bfe-d3510ff69fe4" providerId="AD" clId="Web-{315B0E91-F1CF-4FE3-A80C-A4C84136B410}"/>
    <pc:docChg chg="modSld">
      <pc:chgData name="Dharshini" userId="S::dharshini.2021@vitstudent.ac.in::a9f68a23-63cc-4240-8bfe-d3510ff69fe4" providerId="AD" clId="Web-{315B0E91-F1CF-4FE3-A80C-A4C84136B410}" dt="2024-08-20T14:56:51.505" v="0" actId="1076"/>
      <pc:docMkLst>
        <pc:docMk/>
      </pc:docMkLst>
      <pc:sldChg chg="modSp">
        <pc:chgData name="Dharshini" userId="S::dharshini.2021@vitstudent.ac.in::a9f68a23-63cc-4240-8bfe-d3510ff69fe4" providerId="AD" clId="Web-{315B0E91-F1CF-4FE3-A80C-A4C84136B410}" dt="2024-08-20T14:56:51.505" v="0" actId="1076"/>
        <pc:sldMkLst>
          <pc:docMk/>
          <pc:sldMk cId="1430529294" sldId="272"/>
        </pc:sldMkLst>
        <pc:picChg chg="mod">
          <ac:chgData name="Dharshini" userId="S::dharshini.2021@vitstudent.ac.in::a9f68a23-63cc-4240-8bfe-d3510ff69fe4" providerId="AD" clId="Web-{315B0E91-F1CF-4FE3-A80C-A4C84136B410}" dt="2024-08-20T14:56:51.505" v="0" actId="1076"/>
          <ac:picMkLst>
            <pc:docMk/>
            <pc:sldMk cId="1430529294" sldId="272"/>
            <ac:picMk id="3" creationId="{00000000-0000-0000-0000-000000000000}"/>
          </ac:picMkLst>
        </pc:picChg>
      </pc:sldChg>
    </pc:docChg>
  </pc:docChgLst>
  <pc:docChgLst>
    <pc:chgData name="Heshwar" userId="S::heshwar.2021@vitstudent.ac.in::668b571b-2051-47c4-8396-181c54bb79fe" providerId="AD" clId="Web-{805745FF-373F-1DFB-75EF-9AABB3675AB1}"/>
    <pc:docChg chg="modSld">
      <pc:chgData name="Heshwar" userId="S::heshwar.2021@vitstudent.ac.in::668b571b-2051-47c4-8396-181c54bb79fe" providerId="AD" clId="Web-{805745FF-373F-1DFB-75EF-9AABB3675AB1}" dt="2024-09-25T09:02:34.660" v="0" actId="1076"/>
      <pc:docMkLst>
        <pc:docMk/>
      </pc:docMkLst>
      <pc:sldChg chg="modSp">
        <pc:chgData name="Heshwar" userId="S::heshwar.2021@vitstudent.ac.in::668b571b-2051-47c4-8396-181c54bb79fe" providerId="AD" clId="Web-{805745FF-373F-1DFB-75EF-9AABB3675AB1}" dt="2024-09-25T09:02:34.660" v="0" actId="1076"/>
        <pc:sldMkLst>
          <pc:docMk/>
          <pc:sldMk cId="4062092297" sldId="265"/>
        </pc:sldMkLst>
        <pc:graphicFrameChg chg="mod">
          <ac:chgData name="Heshwar" userId="S::heshwar.2021@vitstudent.ac.in::668b571b-2051-47c4-8396-181c54bb79fe" providerId="AD" clId="Web-{805745FF-373F-1DFB-75EF-9AABB3675AB1}" dt="2024-09-25T09:02:34.660" v="0" actId="1076"/>
          <ac:graphicFrameMkLst>
            <pc:docMk/>
            <pc:sldMk cId="4062092297" sldId="265"/>
            <ac:graphicFrameMk id="2" creationId="{00000000-0000-0000-0000-000000000000}"/>
          </ac:graphicFrameMkLst>
        </pc:graphicFrameChg>
      </pc:sldChg>
    </pc:docChg>
  </pc:docChgLst>
  <pc:docChgLst>
    <pc:chgData name="Sowmya S" userId="S::sowmya.s2021c@vitstudent.ac.in::3c752f40-2b47-4fb2-af51-513fb21a66f1" providerId="AD" clId="Web-{DF638F1F-866A-49C6-8CA4-B8F5D9C403EE}"/>
    <pc:docChg chg="modSld">
      <pc:chgData name="Sowmya S" userId="S::sowmya.s2021c@vitstudent.ac.in::3c752f40-2b47-4fb2-af51-513fb21a66f1" providerId="AD" clId="Web-{DF638F1F-866A-49C6-8CA4-B8F5D9C403EE}" dt="2024-08-20T16:11:58.139" v="2" actId="20577"/>
      <pc:docMkLst>
        <pc:docMk/>
      </pc:docMkLst>
      <pc:sldChg chg="modSp">
        <pc:chgData name="Sowmya S" userId="S::sowmya.s2021c@vitstudent.ac.in::3c752f40-2b47-4fb2-af51-513fb21a66f1" providerId="AD" clId="Web-{DF638F1F-866A-49C6-8CA4-B8F5D9C403EE}" dt="2024-08-20T16:11:58.139" v="2" actId="20577"/>
        <pc:sldMkLst>
          <pc:docMk/>
          <pc:sldMk cId="436471467" sldId="268"/>
        </pc:sldMkLst>
        <pc:spChg chg="mod">
          <ac:chgData name="Sowmya S" userId="S::sowmya.s2021c@vitstudent.ac.in::3c752f40-2b47-4fb2-af51-513fb21a66f1" providerId="AD" clId="Web-{DF638F1F-866A-49C6-8CA4-B8F5D9C403EE}" dt="2024-08-20T16:11:58.139" v="2" actId="20577"/>
          <ac:spMkLst>
            <pc:docMk/>
            <pc:sldMk cId="436471467" sldId="268"/>
            <ac:spMk id="8" creationId="{00000000-0000-0000-0000-000000000000}"/>
          </ac:spMkLst>
        </pc:spChg>
      </pc:sldChg>
    </pc:docChg>
  </pc:docChgLst>
  <pc:docChgLst>
    <pc:chgData name="Niranjana D" userId="S::niranjana.d2021@vitstudent.ac.in::a280a3eb-28c3-46dc-96eb-56b5c61479dc" providerId="AD" clId="Web-{ABF618A4-E40F-4BA1-87BB-2223A59E4B9D}"/>
    <pc:docChg chg="modSld">
      <pc:chgData name="Niranjana D" userId="S::niranjana.d2021@vitstudent.ac.in::a280a3eb-28c3-46dc-96eb-56b5c61479dc" providerId="AD" clId="Web-{ABF618A4-E40F-4BA1-87BB-2223A59E4B9D}" dt="2024-08-13T16:36:54.090" v="0" actId="1076"/>
      <pc:docMkLst>
        <pc:docMk/>
      </pc:docMkLst>
      <pc:sldChg chg="modSp">
        <pc:chgData name="Niranjana D" userId="S::niranjana.d2021@vitstudent.ac.in::a280a3eb-28c3-46dc-96eb-56b5c61479dc" providerId="AD" clId="Web-{ABF618A4-E40F-4BA1-87BB-2223A59E4B9D}" dt="2024-08-13T16:36:54.090" v="0" actId="1076"/>
        <pc:sldMkLst>
          <pc:docMk/>
          <pc:sldMk cId="1404600445" sldId="264"/>
        </pc:sldMkLst>
        <pc:picChg chg="mod">
          <ac:chgData name="Niranjana D" userId="S::niranjana.d2021@vitstudent.ac.in::a280a3eb-28c3-46dc-96eb-56b5c61479dc" providerId="AD" clId="Web-{ABF618A4-E40F-4BA1-87BB-2223A59E4B9D}" dt="2024-08-13T16:36:54.090" v="0" actId="1076"/>
          <ac:picMkLst>
            <pc:docMk/>
            <pc:sldMk cId="1404600445" sldId="264"/>
            <ac:picMk id="2" creationId="{00000000-0000-0000-0000-000000000000}"/>
          </ac:picMkLst>
        </pc:picChg>
      </pc:sldChg>
    </pc:docChg>
  </pc:docChgLst>
  <pc:docChgLst>
    <pc:chgData name="Heshwar" userId="S::heshwar.2021@vitstudent.ac.in::668b571b-2051-47c4-8396-181c54bb79fe" providerId="AD" clId="Web-{7FB315C9-51D2-5B8B-320C-669EB3343B45}"/>
    <pc:docChg chg="modSld">
      <pc:chgData name="Heshwar" userId="S::heshwar.2021@vitstudent.ac.in::668b571b-2051-47c4-8396-181c54bb79fe" providerId="AD" clId="Web-{7FB315C9-51D2-5B8B-320C-669EB3343B45}" dt="2024-08-14T09:16:09.573" v="1" actId="1076"/>
      <pc:docMkLst>
        <pc:docMk/>
      </pc:docMkLst>
      <pc:sldChg chg="modSp">
        <pc:chgData name="Heshwar" userId="S::heshwar.2021@vitstudent.ac.in::668b571b-2051-47c4-8396-181c54bb79fe" providerId="AD" clId="Web-{7FB315C9-51D2-5B8B-320C-669EB3343B45}" dt="2024-08-14T09:16:09.573" v="1" actId="1076"/>
        <pc:sldMkLst>
          <pc:docMk/>
          <pc:sldMk cId="4062092297" sldId="265"/>
        </pc:sldMkLst>
        <pc:graphicFrameChg chg="mod">
          <ac:chgData name="Heshwar" userId="S::heshwar.2021@vitstudent.ac.in::668b571b-2051-47c4-8396-181c54bb79fe" providerId="AD" clId="Web-{7FB315C9-51D2-5B8B-320C-669EB3343B45}" dt="2024-08-14T09:16:09.573" v="1" actId="1076"/>
          <ac:graphicFrameMkLst>
            <pc:docMk/>
            <pc:sldMk cId="4062092297" sldId="265"/>
            <ac:graphicFrameMk id="2" creationId="{00000000-0000-0000-0000-000000000000}"/>
          </ac:graphicFrameMkLst>
        </pc:graphicFrameChg>
      </pc:sldChg>
    </pc:docChg>
  </pc:docChgLst>
  <pc:docChgLst>
    <pc:chgData name="Varun G" userId="S::varun.g2021c@vitstudent.ac.in::46db14ec-8f9c-4fe1-8ee6-90aaaca6e5d8" providerId="AD" clId="Web-{C72BF5B5-3136-70C4-8E2F-24828C917EF5}"/>
    <pc:docChg chg="modSld">
      <pc:chgData name="Varun G" userId="S::varun.g2021c@vitstudent.ac.in::46db14ec-8f9c-4fe1-8ee6-90aaaca6e5d8" providerId="AD" clId="Web-{C72BF5B5-3136-70C4-8E2F-24828C917EF5}" dt="2024-08-13T15:51:31.935" v="0" actId="1076"/>
      <pc:docMkLst>
        <pc:docMk/>
      </pc:docMkLst>
      <pc:sldChg chg="modSp">
        <pc:chgData name="Varun G" userId="S::varun.g2021c@vitstudent.ac.in::46db14ec-8f9c-4fe1-8ee6-90aaaca6e5d8" providerId="AD" clId="Web-{C72BF5B5-3136-70C4-8E2F-24828C917EF5}" dt="2024-08-13T15:51:31.935" v="0" actId="1076"/>
        <pc:sldMkLst>
          <pc:docMk/>
          <pc:sldMk cId="4169447181" sldId="256"/>
        </pc:sldMkLst>
        <pc:spChg chg="mod">
          <ac:chgData name="Varun G" userId="S::varun.g2021c@vitstudent.ac.in::46db14ec-8f9c-4fe1-8ee6-90aaaca6e5d8" providerId="AD" clId="Web-{C72BF5B5-3136-70C4-8E2F-24828C917EF5}" dt="2024-08-13T15:51:31.935" v="0" actId="1076"/>
          <ac:spMkLst>
            <pc:docMk/>
            <pc:sldMk cId="4169447181" sldId="256"/>
            <ac:spMk id="6" creationId="{00000000-0000-0000-0000-000000000000}"/>
          </ac:spMkLst>
        </pc:spChg>
      </pc:sldChg>
    </pc:docChg>
  </pc:docChgLst>
  <pc:docChgLst>
    <pc:chgData name="Jaynithi M" userId="S::jaynithi.m2021@vitstudent.ac.in::2a78ba5c-37d9-4d63-b27a-317425fe8f2a" providerId="AD" clId="Web-{A252FF02-5BDA-74FB-3C9B-249F94A02B6F}"/>
    <pc:docChg chg="modSld">
      <pc:chgData name="Jaynithi M" userId="S::jaynithi.m2021@vitstudent.ac.in::2a78ba5c-37d9-4d63-b27a-317425fe8f2a" providerId="AD" clId="Web-{A252FF02-5BDA-74FB-3C9B-249F94A02B6F}" dt="2024-09-25T09:01:44.585" v="0" actId="1076"/>
      <pc:docMkLst>
        <pc:docMk/>
      </pc:docMkLst>
      <pc:sldChg chg="modSp">
        <pc:chgData name="Jaynithi M" userId="S::jaynithi.m2021@vitstudent.ac.in::2a78ba5c-37d9-4d63-b27a-317425fe8f2a" providerId="AD" clId="Web-{A252FF02-5BDA-74FB-3C9B-249F94A02B6F}" dt="2024-09-25T09:01:44.585" v="0" actId="1076"/>
        <pc:sldMkLst>
          <pc:docMk/>
          <pc:sldMk cId="4062092297" sldId="265"/>
        </pc:sldMkLst>
        <pc:graphicFrameChg chg="mod">
          <ac:chgData name="Jaynithi M" userId="S::jaynithi.m2021@vitstudent.ac.in::2a78ba5c-37d9-4d63-b27a-317425fe8f2a" providerId="AD" clId="Web-{A252FF02-5BDA-74FB-3C9B-249F94A02B6F}" dt="2024-09-25T09:01:44.585" v="0" actId="1076"/>
          <ac:graphicFrameMkLst>
            <pc:docMk/>
            <pc:sldMk cId="4062092297" sldId="265"/>
            <ac:graphicFrameMk id="2" creationId="{00000000-0000-0000-0000-000000000000}"/>
          </ac:graphicFrameMkLst>
        </pc:graphicFrameChg>
      </pc:sldChg>
    </pc:docChg>
  </pc:docChgLst>
  <pc:docChgLst>
    <pc:chgData name="Raviramanan V" userId="S::raviramanan.v2021@vitstudent.ac.in::b40ecaee-5a19-4192-b125-88bd53d45518" providerId="AD" clId="Web-{A0F9AD8C-44AD-4F98-8645-2906A9E8C117}"/>
    <pc:docChg chg="modSld">
      <pc:chgData name="Raviramanan V" userId="S::raviramanan.v2021@vitstudent.ac.in::b40ecaee-5a19-4192-b125-88bd53d45518" providerId="AD" clId="Web-{A0F9AD8C-44AD-4F98-8645-2906A9E8C117}" dt="2024-08-20T14:53:10.712" v="0" actId="1076"/>
      <pc:docMkLst>
        <pc:docMk/>
      </pc:docMkLst>
      <pc:sldChg chg="modSp">
        <pc:chgData name="Raviramanan V" userId="S::raviramanan.v2021@vitstudent.ac.in::b40ecaee-5a19-4192-b125-88bd53d45518" providerId="AD" clId="Web-{A0F9AD8C-44AD-4F98-8645-2906A9E8C117}" dt="2024-08-20T14:53:10.712" v="0" actId="1076"/>
        <pc:sldMkLst>
          <pc:docMk/>
          <pc:sldMk cId="4169447181" sldId="256"/>
        </pc:sldMkLst>
        <pc:spChg chg="mod">
          <ac:chgData name="Raviramanan V" userId="S::raviramanan.v2021@vitstudent.ac.in::b40ecaee-5a19-4192-b125-88bd53d45518" providerId="AD" clId="Web-{A0F9AD8C-44AD-4F98-8645-2906A9E8C117}" dt="2024-08-20T14:53:10.712" v="0" actId="1076"/>
          <ac:spMkLst>
            <pc:docMk/>
            <pc:sldMk cId="4169447181" sldId="256"/>
            <ac:spMk id="8" creationId="{00000000-0000-0000-0000-000000000000}"/>
          </ac:spMkLst>
        </pc:spChg>
      </pc:sldChg>
    </pc:docChg>
  </pc:docChgLst>
  <pc:docChgLst>
    <pc:chgData name="Heshwar" userId="S::heshwar.2021@vitstudent.ac.in::668b571b-2051-47c4-8396-181c54bb79fe" providerId="AD" clId="Web-{16DFD2AE-4F4B-56B5-534E-3E1BFF204154}"/>
    <pc:docChg chg="modSld">
      <pc:chgData name="Heshwar" userId="S::heshwar.2021@vitstudent.ac.in::668b571b-2051-47c4-8396-181c54bb79fe" providerId="AD" clId="Web-{16DFD2AE-4F4B-56B5-534E-3E1BFF204154}" dt="2024-09-04T09:53:14.966" v="0" actId="14100"/>
      <pc:docMkLst>
        <pc:docMk/>
      </pc:docMkLst>
      <pc:sldChg chg="modSp">
        <pc:chgData name="Heshwar" userId="S::heshwar.2021@vitstudent.ac.in::668b571b-2051-47c4-8396-181c54bb79fe" providerId="AD" clId="Web-{16DFD2AE-4F4B-56B5-534E-3E1BFF204154}" dt="2024-09-04T09:53:14.966" v="0" actId="14100"/>
        <pc:sldMkLst>
          <pc:docMk/>
          <pc:sldMk cId="1404600445" sldId="264"/>
        </pc:sldMkLst>
        <pc:picChg chg="mod">
          <ac:chgData name="Heshwar" userId="S::heshwar.2021@vitstudent.ac.in::668b571b-2051-47c4-8396-181c54bb79fe" providerId="AD" clId="Web-{16DFD2AE-4F4B-56B5-534E-3E1BFF204154}" dt="2024-09-04T09:53:14.966" v="0" actId="14100"/>
          <ac:picMkLst>
            <pc:docMk/>
            <pc:sldMk cId="1404600445" sldId="264"/>
            <ac:picMk id="6" creationId="{00000000-0000-0000-0000-000000000000}"/>
          </ac:picMkLst>
        </pc:picChg>
      </pc:sldChg>
    </pc:docChg>
  </pc:docChgLst>
  <pc:docChgLst>
    <pc:chgData name="Raviramanan V" userId="S::raviramanan.v2021@vitstudent.ac.in::b40ecaee-5a19-4192-b125-88bd53d45518" providerId="AD" clId="Web-{B13D5100-061C-43FF-BCD3-FCB5751AD891}"/>
    <pc:docChg chg="modSld">
      <pc:chgData name="Raviramanan V" userId="S::raviramanan.v2021@vitstudent.ac.in::b40ecaee-5a19-4192-b125-88bd53d45518" providerId="AD" clId="Web-{B13D5100-061C-43FF-BCD3-FCB5751AD891}" dt="2024-08-14T09:23:18.959" v="4" actId="1076"/>
      <pc:docMkLst>
        <pc:docMk/>
      </pc:docMkLst>
      <pc:sldChg chg="modSp">
        <pc:chgData name="Raviramanan V" userId="S::raviramanan.v2021@vitstudent.ac.in::b40ecaee-5a19-4192-b125-88bd53d45518" providerId="AD" clId="Web-{B13D5100-061C-43FF-BCD3-FCB5751AD891}" dt="2024-08-14T09:23:18.959" v="4" actId="1076"/>
        <pc:sldMkLst>
          <pc:docMk/>
          <pc:sldMk cId="4062092297" sldId="265"/>
        </pc:sldMkLst>
        <pc:graphicFrameChg chg="mod">
          <ac:chgData name="Raviramanan V" userId="S::raviramanan.v2021@vitstudent.ac.in::b40ecaee-5a19-4192-b125-88bd53d45518" providerId="AD" clId="Web-{B13D5100-061C-43FF-BCD3-FCB5751AD891}" dt="2024-08-14T09:23:18.959" v="4" actId="1076"/>
          <ac:graphicFrameMkLst>
            <pc:docMk/>
            <pc:sldMk cId="4062092297" sldId="265"/>
            <ac:graphicFrameMk id="2" creationId="{00000000-0000-0000-0000-000000000000}"/>
          </ac:graphicFrameMkLst>
        </pc:graphicFrameChg>
      </pc:sldChg>
    </pc:docChg>
  </pc:docChgLst>
  <pc:docChgLst>
    <pc:chgData name="Manashwini R" userId="S::manashwini.r2021@vitstudent.ac.in::aa318c47-6b80-4d9b-8552-a30e9266533c" providerId="AD" clId="Web-{E750F727-30F1-4479-8244-7E09AEF42D67}"/>
    <pc:docChg chg="modSld">
      <pc:chgData name="Manashwini R" userId="S::manashwini.r2021@vitstudent.ac.in::aa318c47-6b80-4d9b-8552-a30e9266533c" providerId="AD" clId="Web-{E750F727-30F1-4479-8244-7E09AEF42D67}" dt="2024-08-20T16:20:20.360" v="2" actId="1076"/>
      <pc:docMkLst>
        <pc:docMk/>
      </pc:docMkLst>
      <pc:sldChg chg="modSp">
        <pc:chgData name="Manashwini R" userId="S::manashwini.r2021@vitstudent.ac.in::aa318c47-6b80-4d9b-8552-a30e9266533c" providerId="AD" clId="Web-{E750F727-30F1-4479-8244-7E09AEF42D67}" dt="2024-08-20T16:20:20.360" v="2" actId="1076"/>
        <pc:sldMkLst>
          <pc:docMk/>
          <pc:sldMk cId="1404600445" sldId="264"/>
        </pc:sldMkLst>
        <pc:picChg chg="mod modCrop">
          <ac:chgData name="Manashwini R" userId="S::manashwini.r2021@vitstudent.ac.in::aa318c47-6b80-4d9b-8552-a30e9266533c" providerId="AD" clId="Web-{E750F727-30F1-4479-8244-7E09AEF42D67}" dt="2024-08-20T16:20:20.360" v="2" actId="1076"/>
          <ac:picMkLst>
            <pc:docMk/>
            <pc:sldMk cId="1404600445" sldId="264"/>
            <ac:picMk id="2" creationId="{00000000-0000-0000-0000-000000000000}"/>
          </ac:picMkLst>
        </pc:picChg>
      </pc:sldChg>
    </pc:docChg>
  </pc:docChgLst>
  <pc:docChgLst>
    <pc:chgData name="Anusha Das" userId="S::anusha.das2021@vitstudent.ac.in::1b1fe230-7a03-4db8-8b49-575538869548" providerId="AD" clId="Web-{DAFE8EC2-1F26-2335-3C6C-CB7436EEC8ED}"/>
    <pc:docChg chg="modSld">
      <pc:chgData name="Anusha Das" userId="S::anusha.das2021@vitstudent.ac.in::1b1fe230-7a03-4db8-8b49-575538869548" providerId="AD" clId="Web-{DAFE8EC2-1F26-2335-3C6C-CB7436EEC8ED}" dt="2024-08-20T16:36:45.244" v="6" actId="14100"/>
      <pc:docMkLst>
        <pc:docMk/>
      </pc:docMkLst>
      <pc:sldChg chg="modSp">
        <pc:chgData name="Anusha Das" userId="S::anusha.das2021@vitstudent.ac.in::1b1fe230-7a03-4db8-8b49-575538869548" providerId="AD" clId="Web-{DAFE8EC2-1F26-2335-3C6C-CB7436EEC8ED}" dt="2024-08-20T16:36:45.244" v="6" actId="14100"/>
        <pc:sldMkLst>
          <pc:docMk/>
          <pc:sldMk cId="1404600445" sldId="264"/>
        </pc:sldMkLst>
        <pc:picChg chg="mod">
          <ac:chgData name="Anusha Das" userId="S::anusha.das2021@vitstudent.ac.in::1b1fe230-7a03-4db8-8b49-575538869548" providerId="AD" clId="Web-{DAFE8EC2-1F26-2335-3C6C-CB7436EEC8ED}" dt="2024-08-20T16:33:58.645" v="5" actId="1076"/>
          <ac:picMkLst>
            <pc:docMk/>
            <pc:sldMk cId="1404600445" sldId="264"/>
            <ac:picMk id="2" creationId="{00000000-0000-0000-0000-000000000000}"/>
          </ac:picMkLst>
        </pc:picChg>
        <pc:picChg chg="mod">
          <ac:chgData name="Anusha Das" userId="S::anusha.das2021@vitstudent.ac.in::1b1fe230-7a03-4db8-8b49-575538869548" providerId="AD" clId="Web-{DAFE8EC2-1F26-2335-3C6C-CB7436EEC8ED}" dt="2024-08-20T16:36:45.244" v="6" actId="14100"/>
          <ac:picMkLst>
            <pc:docMk/>
            <pc:sldMk cId="1404600445" sldId="264"/>
            <ac:picMk id="6" creationId="{00000000-0000-0000-0000-000000000000}"/>
          </ac:picMkLst>
        </pc:picChg>
      </pc:sldChg>
    </pc:docChg>
  </pc:docChgLst>
  <pc:docChgLst>
    <pc:chgData name="Kirthick" userId="S::kirthick.2021@vitstudent.ac.in::184f7ff0-8978-470f-9087-8e6d7a591f8e" providerId="AD" clId="Web-{A6A775E2-0049-7533-C55E-7647FAA4F87A}"/>
    <pc:docChg chg="modSld">
      <pc:chgData name="Kirthick" userId="S::kirthick.2021@vitstudent.ac.in::184f7ff0-8978-470f-9087-8e6d7a591f8e" providerId="AD" clId="Web-{A6A775E2-0049-7533-C55E-7647FAA4F87A}" dt="2024-08-20T14:48:53.059" v="1" actId="1076"/>
      <pc:docMkLst>
        <pc:docMk/>
      </pc:docMkLst>
      <pc:sldChg chg="modSp">
        <pc:chgData name="Kirthick" userId="S::kirthick.2021@vitstudent.ac.in::184f7ff0-8978-470f-9087-8e6d7a591f8e" providerId="AD" clId="Web-{A6A775E2-0049-7533-C55E-7647FAA4F87A}" dt="2024-08-20T14:48:53.059" v="1" actId="1076"/>
        <pc:sldMkLst>
          <pc:docMk/>
          <pc:sldMk cId="4149306115" sldId="270"/>
        </pc:sldMkLst>
        <pc:picChg chg="mod">
          <ac:chgData name="Kirthick" userId="S::kirthick.2021@vitstudent.ac.in::184f7ff0-8978-470f-9087-8e6d7a591f8e" providerId="AD" clId="Web-{A6A775E2-0049-7533-C55E-7647FAA4F87A}" dt="2024-08-20T14:48:53.059" v="1" actId="1076"/>
          <ac:picMkLst>
            <pc:docMk/>
            <pc:sldMk cId="4149306115" sldId="270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97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6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8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02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9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61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4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58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4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51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31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45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40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0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208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8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276DE7D-5BF9-462A-88A8-AF83DF48CD51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995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s.mbed.com/users/simon/code/TextLCD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s.mbed.com/users/simon/code/TextLCD/docs/tip/classTextLCD.html" TargetMode="External"/><Relationship Id="rId7" Type="http://schemas.openxmlformats.org/officeDocument/2006/relationships/hyperlink" Target="https://os.mbed.com/users/simon/code/TextLCD/docs/tip/classTextLCD.html#a4826277cc150ddc0f4de4bd464a34909" TargetMode="External"/><Relationship Id="rId2" Type="http://schemas.openxmlformats.org/officeDocument/2006/relationships/hyperlink" Target="https://os.mbed.com/users/simon/code/TextLCD/docs/tip/classTextLCD.html#ab16fbfc3b52ef92989b12749ba60ed1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s.mbed.com/users/simon/code/TextLCD/docs/tip/classTextLCD.html#ad9d5ba057f6bf49a0f5a2961ba31bb92" TargetMode="External"/><Relationship Id="rId5" Type="http://schemas.openxmlformats.org/officeDocument/2006/relationships/hyperlink" Target="https://os.mbed.com/users/simon/code/TextLCD/docs/tip/classTextLCD.html#a98631211a4a8aee62f572375d5b637be" TargetMode="External"/><Relationship Id="rId4" Type="http://schemas.openxmlformats.org/officeDocument/2006/relationships/hyperlink" Target="https://os.mbed.com/users/simon/code/TextLCD/docs/tip/classTextLCD.html#ab2682874a0ea4865b2bfe6ac2599a301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s.mbed.com/users/simon/code/TextLCD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66253" y="1717952"/>
            <a:ext cx="11859493" cy="34359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55054" y="172569"/>
            <a:ext cx="11873345" cy="6400800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effectLst>
                <a:glow rad="101600">
                  <a:schemeClr val="bg1">
                    <a:lumMod val="95000"/>
                    <a:lumOff val="5000"/>
                    <a:alpha val="60000"/>
                  </a:schemeClr>
                </a:glow>
              </a:effectLst>
            </a:endParaRPr>
          </a:p>
        </p:txBody>
      </p:sp>
      <p:sp>
        <p:nvSpPr>
          <p:cNvPr id="13" name="Flowchart: Alternate Process 12"/>
          <p:cNvSpPr/>
          <p:nvPr/>
        </p:nvSpPr>
        <p:spPr>
          <a:xfrm>
            <a:off x="1210316" y="2621553"/>
            <a:ext cx="10820400" cy="2719241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60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Century Gothic" panose="020B0502020202020204" pitchFamily="34" charset="0"/>
              </a:rPr>
              <a:t>LAB-5</a:t>
            </a:r>
          </a:p>
          <a:p>
            <a:pPr algn="ctr"/>
            <a:r>
              <a:rPr lang="en-IN" sz="48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Century Gothic" panose="020B0502020202020204" pitchFamily="34" charset="0"/>
                <a:cs typeface="Narkisim" pitchFamily="34" charset="-79"/>
              </a:rPr>
              <a:t>Working with LCD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654" y="1330335"/>
            <a:ext cx="110091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9" name="Pentagon 8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39989F56-CDD1-4D38-8356-4B66AE2768AD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- 5</a:t>
            </a:r>
          </a:p>
        </p:txBody>
      </p:sp>
    </p:spTree>
    <p:extLst>
      <p:ext uri="{BB962C8B-B14F-4D97-AF65-F5344CB8AC3E}">
        <p14:creationId xmlns:p14="http://schemas.microsoft.com/office/powerpoint/2010/main" val="4169447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INTRODUCTION TO LCD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859" y="1185378"/>
            <a:ext cx="1174590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LCD stands for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Liquid Crystal Display 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and It is one kind of electronic display used in wide range of applications like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CD/DVD players, Digital Watch etc.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,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8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The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main benefits 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of LCD are inexpensive; simply programmable, and there are no limitations for displaying custom characters, simple animations, etc.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8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The liquid crystals are made up of a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part solid, part liquid 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substance that can be "twisted" by applying electrical voltage to them.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8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In the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normal state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, the crystals inside the liquid are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twisted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, and light can pass through, once the crystals are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subjected to an electrical current, they untwist,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blocking the light and makes the portion of the screen black.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2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- 5</a:t>
            </a:r>
          </a:p>
        </p:txBody>
      </p:sp>
    </p:spTree>
    <p:extLst>
      <p:ext uri="{BB962C8B-B14F-4D97-AF65-F5344CB8AC3E}">
        <p14:creationId xmlns:p14="http://schemas.microsoft.com/office/powerpoint/2010/main" val="244907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INTRODUCTION TO LCD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859" y="1185378"/>
            <a:ext cx="1174590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Among different sizes of LCDs (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16x1, 16x2, 16x4, 20x4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), 16x2 LCD display is very basic module and is very commonly used in various devices and circuits.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8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 16x2 LCD means it can display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16 characters per line and there are 2 such lines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. In this LCD each character is displayed in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5x7 pixel matrix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.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8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The 16x2 intelligent alphanumeric dot matrix display is capable of displaying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224 different characters and symbols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.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8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This LCD has two registers, namely,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Command and Data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.</a:t>
            </a:r>
          </a:p>
          <a:p>
            <a:pPr marL="914400" lvl="1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Command register stores various commands given to the display. </a:t>
            </a:r>
          </a:p>
          <a:p>
            <a:pPr marL="914400" lvl="1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Data register stores data to be displayed. 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3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- 5</a:t>
            </a:r>
          </a:p>
        </p:txBody>
      </p:sp>
    </p:spTree>
    <p:extLst>
      <p:ext uri="{BB962C8B-B14F-4D97-AF65-F5344CB8AC3E}">
        <p14:creationId xmlns:p14="http://schemas.microsoft.com/office/powerpoint/2010/main" val="85138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INTRODUCTION TO LCD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4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- 5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58" y="1185378"/>
            <a:ext cx="3618796" cy="16209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17" y="1839503"/>
            <a:ext cx="2936219" cy="45368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8736" y="2742912"/>
            <a:ext cx="83213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1813" indent="-531813" algn="just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  <a:defRPr/>
            </a:pPr>
            <a:r>
              <a:rPr lang="en-US" sz="2000" err="1">
                <a:solidFill>
                  <a:schemeClr val="bg1"/>
                </a:solidFill>
                <a:latin typeface="Tw Cen MT" panose="020B0602020104020603" pitchFamily="34" charset="0"/>
                <a:ea typeface="Segoe UI Historic" pitchFamily="34" charset="0"/>
                <a:cs typeface="Segoe UI Semilight" pitchFamily="34" charset="0"/>
              </a:rPr>
              <a:t>Vss</a:t>
            </a:r>
            <a:r>
              <a:rPr lang="en-US" sz="2000">
                <a:solidFill>
                  <a:schemeClr val="bg1"/>
                </a:solidFill>
                <a:latin typeface="Tw Cen MT" panose="020B0602020104020603" pitchFamily="34" charset="0"/>
                <a:ea typeface="Segoe UI Historic" pitchFamily="34" charset="0"/>
                <a:cs typeface="Segoe UI Semilight" pitchFamily="34" charset="0"/>
              </a:rPr>
              <a:t>- Ground pin </a:t>
            </a:r>
          </a:p>
          <a:p>
            <a:pPr marL="531813" indent="-531813" algn="just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  <a:defRPr/>
            </a:pPr>
            <a:r>
              <a:rPr lang="en-US" sz="2000" err="1">
                <a:solidFill>
                  <a:schemeClr val="bg1"/>
                </a:solidFill>
                <a:latin typeface="Tw Cen MT" panose="020B0602020104020603" pitchFamily="34" charset="0"/>
                <a:ea typeface="Segoe UI Historic" pitchFamily="34" charset="0"/>
                <a:cs typeface="Segoe UI Semilight" pitchFamily="34" charset="0"/>
              </a:rPr>
              <a:t>Vcc</a:t>
            </a:r>
            <a:r>
              <a:rPr lang="en-US" sz="2000">
                <a:solidFill>
                  <a:schemeClr val="bg1"/>
                </a:solidFill>
                <a:latin typeface="Tw Cen MT" panose="020B0602020104020603" pitchFamily="34" charset="0"/>
                <a:ea typeface="Segoe UI Historic" pitchFamily="34" charset="0"/>
                <a:cs typeface="Segoe UI Semilight" pitchFamily="34" charset="0"/>
              </a:rPr>
              <a:t>- Supply (+5V)</a:t>
            </a:r>
          </a:p>
          <a:p>
            <a:pPr marL="531813" indent="-531813" algn="just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  <a:defRPr/>
            </a:pPr>
            <a:r>
              <a:rPr lang="en-US" sz="2000">
                <a:solidFill>
                  <a:schemeClr val="bg1"/>
                </a:solidFill>
                <a:latin typeface="Tw Cen MT" panose="020B0602020104020603" pitchFamily="34" charset="0"/>
                <a:ea typeface="Segoe UI Historic" pitchFamily="34" charset="0"/>
                <a:cs typeface="Segoe UI Semilight" pitchFamily="34" charset="0"/>
              </a:rPr>
              <a:t>VEE- Contrast pin (0.4 to 0.9V)</a:t>
            </a:r>
          </a:p>
          <a:p>
            <a:pPr marL="531813" indent="-531813" algn="just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  <a:defRPr/>
            </a:pPr>
            <a:r>
              <a:rPr lang="en-US" sz="2000">
                <a:solidFill>
                  <a:schemeClr val="bg1"/>
                </a:solidFill>
                <a:latin typeface="Tw Cen MT" panose="020B0602020104020603" pitchFamily="34" charset="0"/>
                <a:ea typeface="Segoe UI Historic" pitchFamily="34" charset="0"/>
                <a:cs typeface="Segoe UI Semilight" pitchFamily="34" charset="0"/>
              </a:rPr>
              <a:t>RS- Register select (1- data register, 0 – command register)</a:t>
            </a:r>
          </a:p>
          <a:p>
            <a:pPr marL="531813" indent="-531813" algn="just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  <a:defRPr/>
            </a:pPr>
            <a:r>
              <a:rPr lang="en-US" sz="2000">
                <a:solidFill>
                  <a:schemeClr val="bg1"/>
                </a:solidFill>
                <a:latin typeface="Tw Cen MT" panose="020B0602020104020603" pitchFamily="34" charset="0"/>
                <a:ea typeface="Segoe UI Historic" pitchFamily="34" charset="0"/>
                <a:cs typeface="Segoe UI Semilight" pitchFamily="34" charset="0"/>
              </a:rPr>
              <a:t>R/W - Read/ Write mode ( 1-Read mode, 0- Write mode)</a:t>
            </a:r>
          </a:p>
          <a:p>
            <a:pPr marL="531813" indent="-531813" algn="just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  <a:defRPr/>
            </a:pPr>
            <a:r>
              <a:rPr lang="en-US" sz="2000">
                <a:solidFill>
                  <a:schemeClr val="bg1"/>
                </a:solidFill>
                <a:latin typeface="Tw Cen MT" panose="020B0602020104020603" pitchFamily="34" charset="0"/>
                <a:ea typeface="Segoe UI Historic" pitchFamily="34" charset="0"/>
                <a:cs typeface="Segoe UI Semilight" pitchFamily="34" charset="0"/>
              </a:rPr>
              <a:t>E- Enable the LCD module (high to low at this pin enable LCD)</a:t>
            </a:r>
          </a:p>
          <a:p>
            <a:pPr marL="531813" indent="-531813" algn="just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  <a:defRPr/>
            </a:pPr>
            <a:r>
              <a:rPr lang="en-US" sz="2000">
                <a:solidFill>
                  <a:schemeClr val="bg1"/>
                </a:solidFill>
                <a:latin typeface="Tw Cen MT" panose="020B0602020104020603" pitchFamily="34" charset="0"/>
                <a:ea typeface="Segoe UI Historic" pitchFamily="34" charset="0"/>
                <a:cs typeface="Segoe UI Semilight" pitchFamily="34" charset="0"/>
              </a:rPr>
              <a:t>DB0-DB7- Data pins (command and data are send to display)</a:t>
            </a:r>
          </a:p>
          <a:p>
            <a:pPr marL="531813" indent="-531813" algn="just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  <a:defRPr/>
            </a:pPr>
            <a:r>
              <a:rPr lang="en-US" sz="2000">
                <a:solidFill>
                  <a:schemeClr val="bg1"/>
                </a:solidFill>
                <a:latin typeface="Tw Cen MT" panose="020B0602020104020603" pitchFamily="34" charset="0"/>
                <a:ea typeface="Segoe UI Historic" pitchFamily="34" charset="0"/>
                <a:cs typeface="Segoe UI Semilight" pitchFamily="34" charset="0"/>
              </a:rPr>
              <a:t>LED+ &amp; LED- - Anode and Cathode of backlight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813" y="1285292"/>
            <a:ext cx="1159774" cy="153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5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TextLCD</a:t>
            </a:r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859" y="1054746"/>
            <a:ext cx="11745907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This library allows an Nucleo board to control LiquidCrystal displays (LCDs) based on the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Hitachi HD44780 chipset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in 4-bit mode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16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In Nucleo board </a:t>
            </a:r>
            <a:r>
              <a:rPr lang="en-IN" sz="28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TextLCD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library is used as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#include "</a:t>
            </a:r>
            <a:r>
              <a:rPr lang="en-IN" sz="2800" err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TextLCD.h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"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16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The mbed </a:t>
            </a:r>
            <a:r>
              <a:rPr lang="en-IN" sz="28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TextLCD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library performs the laborious LCD setup routine for us also tells the LCD object which pins are used for which functions.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10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To use the </a:t>
            </a:r>
            <a:r>
              <a:rPr lang="en-IN" sz="28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TextLCD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library - create a named </a:t>
            </a:r>
            <a:r>
              <a:rPr lang="en-IN" sz="28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TextLCD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object.</a:t>
            </a:r>
          </a:p>
          <a:p>
            <a:pPr marL="1371600" lvl="2" indent="-457200"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Syntax: </a:t>
            </a:r>
            <a:r>
              <a:rPr lang="en-IN" sz="2800" err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TextLCD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</a:t>
            </a:r>
            <a:r>
              <a:rPr lang="en-IN" sz="2800" err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lcd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(</a:t>
            </a:r>
            <a:r>
              <a:rPr lang="en-IN" sz="2800" err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rs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, enable, d4, d5, d6, d7);</a:t>
            </a:r>
          </a:p>
          <a:p>
            <a:pPr marL="1371600" lvl="2" indent="-457200"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Example: </a:t>
            </a:r>
            <a:r>
              <a:rPr lang="en-IN" sz="28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TextLCD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</a:t>
            </a:r>
            <a:r>
              <a:rPr lang="en-IN" sz="28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lcd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(PC_0,PC_1,PB_0,PA_4, PA_1, PA_0);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12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 err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lcd.printf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(“Text to print”)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- the character to write to the display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5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233" y="6218437"/>
            <a:ext cx="7436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For more details Refer: </a:t>
            </a:r>
            <a:r>
              <a:rPr lang="en-IN" b="1">
                <a:solidFill>
                  <a:srgbClr val="FF0000"/>
                </a:solidFill>
                <a:hlinkClick r:id="rId2"/>
              </a:rPr>
              <a:t>https://os.mbed.com/users/simon/code/TextLCD/</a:t>
            </a:r>
            <a:endParaRPr lang="en-IN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10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TextLCD</a:t>
            </a:r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 Library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6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233" y="6218437"/>
            <a:ext cx="98183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For more details Refer: </a:t>
            </a:r>
            <a:r>
              <a:rPr lang="en-IN" b="1">
                <a:solidFill>
                  <a:srgbClr val="FF0000"/>
                </a:solidFill>
              </a:rPr>
              <a:t>https://os.mbed.com/users/simon/code/TextLCD/docs/tip/classTextLCD.html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326926"/>
              </p:ext>
            </p:extLst>
          </p:nvPr>
        </p:nvGraphicFramePr>
        <p:xfrm>
          <a:off x="474233" y="1366853"/>
          <a:ext cx="11223702" cy="4066863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116444">
                  <a:extLst>
                    <a:ext uri="{9D8B030D-6E8A-4147-A177-3AD203B41FA5}">
                      <a16:colId xmlns:a16="http://schemas.microsoft.com/office/drawing/2014/main" val="326288974"/>
                    </a:ext>
                  </a:extLst>
                </a:gridCol>
                <a:gridCol w="5107258">
                  <a:extLst>
                    <a:ext uri="{9D8B030D-6E8A-4147-A177-3AD203B41FA5}">
                      <a16:colId xmlns:a16="http://schemas.microsoft.com/office/drawing/2014/main" val="3914518800"/>
                    </a:ext>
                  </a:extLst>
                </a:gridCol>
              </a:tblGrid>
              <a:tr h="88706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</a:pPr>
                      <a:r>
                        <a:rPr lang="en-IN" sz="2400" b="1">
                          <a:solidFill>
                            <a:srgbClr val="333333"/>
                          </a:solidFill>
                          <a:effectLst/>
                          <a:latin typeface="Tw Cen MT" panose="020B0602020104020603" pitchFamily="34" charset="0"/>
                        </a:rPr>
                        <a:t>Functions</a:t>
                      </a:r>
                    </a:p>
                  </a:txBody>
                  <a:tcPr marL="47912" marR="57494" marT="5989" marB="28747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</a:pPr>
                      <a:r>
                        <a:rPr lang="en-IN" sz="2400" b="1">
                          <a:solidFill>
                            <a:srgbClr val="333333"/>
                          </a:solidFill>
                          <a:effectLst/>
                          <a:latin typeface="Tw Cen MT" panose="020B0602020104020603" pitchFamily="34" charset="0"/>
                        </a:rPr>
                        <a:t>Description</a:t>
                      </a:r>
                    </a:p>
                  </a:txBody>
                  <a:tcPr marL="47912" marR="57494" marT="5989" marB="28747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595752"/>
                  </a:ext>
                </a:extLst>
              </a:tr>
              <a:tr h="397666">
                <a:tc>
                  <a:txBody>
                    <a:bodyPr/>
                    <a:lstStyle/>
                    <a:p>
                      <a:pPr marL="0" marR="0" indent="0" algn="l" defTabSz="4572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u="none" strike="noStrike" err="1">
                          <a:effectLst/>
                          <a:latin typeface="Tw Cen MT" panose="020B0602020104020603" pitchFamily="34" charset="0"/>
                          <a:hlinkClick r:id="rId2"/>
                        </a:rPr>
                        <a:t>TextLCD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 (</a:t>
                      </a:r>
                      <a:r>
                        <a:rPr lang="en-IN" sz="2400" err="1">
                          <a:effectLst/>
                          <a:latin typeface="Tw Cen MT" panose="020B0602020104020603" pitchFamily="34" charset="0"/>
                        </a:rPr>
                        <a:t>PinName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 </a:t>
                      </a:r>
                      <a:r>
                        <a:rPr lang="en-IN" sz="2400" err="1">
                          <a:effectLst/>
                          <a:latin typeface="Tw Cen MT" panose="020B0602020104020603" pitchFamily="34" charset="0"/>
                        </a:rPr>
                        <a:t>rs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, </a:t>
                      </a:r>
                      <a:r>
                        <a:rPr lang="en-IN" sz="2400" err="1">
                          <a:effectLst/>
                          <a:latin typeface="Tw Cen MT" panose="020B0602020104020603" pitchFamily="34" charset="0"/>
                        </a:rPr>
                        <a:t>PinName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 e, </a:t>
                      </a:r>
                      <a:r>
                        <a:rPr lang="en-IN" sz="2400" err="1">
                          <a:effectLst/>
                          <a:latin typeface="Tw Cen MT" panose="020B0602020104020603" pitchFamily="34" charset="0"/>
                        </a:rPr>
                        <a:t>PinName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 d4, </a:t>
                      </a:r>
                      <a:r>
                        <a:rPr lang="en-IN" sz="2400" err="1">
                          <a:effectLst/>
                          <a:latin typeface="Tw Cen MT" panose="020B0602020104020603" pitchFamily="34" charset="0"/>
                        </a:rPr>
                        <a:t>PinName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 d5, </a:t>
                      </a:r>
                      <a:r>
                        <a:rPr lang="en-IN" sz="2400" err="1">
                          <a:effectLst/>
                          <a:latin typeface="Tw Cen MT" panose="020B0602020104020603" pitchFamily="34" charset="0"/>
                        </a:rPr>
                        <a:t>PinName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 d6, </a:t>
                      </a:r>
                      <a:r>
                        <a:rPr lang="en-IN" sz="2400" err="1">
                          <a:effectLst/>
                          <a:latin typeface="Tw Cen MT" panose="020B0602020104020603" pitchFamily="34" charset="0"/>
                        </a:rPr>
                        <a:t>PinName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 d7)</a:t>
                      </a:r>
                      <a:endParaRPr lang="en-IN" sz="2400" b="0">
                        <a:solidFill>
                          <a:srgbClr val="555555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47912" marR="47912" marT="28747" marB="2395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lnSpc>
                          <a:spcPct val="150000"/>
                        </a:lnSpc>
                      </a:pP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Create a </a:t>
                      </a:r>
                      <a:r>
                        <a:rPr lang="en-IN" sz="2400" u="none" strike="noStrike" err="1">
                          <a:effectLst/>
                          <a:latin typeface="Tw Cen MT" panose="020B0602020104020603" pitchFamily="34" charset="0"/>
                          <a:hlinkClick r:id="rId3" tooltip="A TextLCD interface for driving 4-bit HD44780-based LCDs."/>
                        </a:rPr>
                        <a:t>TextLCD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 interface.</a:t>
                      </a:r>
                      <a:br>
                        <a:rPr lang="en-IN" sz="2400">
                          <a:effectLst/>
                          <a:latin typeface="Tw Cen MT" panose="020B0602020104020603" pitchFamily="34" charset="0"/>
                        </a:rPr>
                      </a:br>
                      <a:endParaRPr lang="en-IN" sz="2400" b="0">
                        <a:solidFill>
                          <a:srgbClr val="555555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47912" marR="47912" marT="28747" marB="2395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071547"/>
                  </a:ext>
                </a:extLst>
              </a:tr>
              <a:tr h="207217">
                <a:tc>
                  <a:txBody>
                    <a:bodyPr/>
                    <a:lstStyle/>
                    <a:p>
                      <a:pPr algn="l" rtl="0" fontAlgn="t">
                        <a:lnSpc>
                          <a:spcPct val="150000"/>
                        </a:lnSpc>
                      </a:pPr>
                      <a:r>
                        <a:rPr lang="en-IN" sz="2400" u="none" strike="noStrike" err="1">
                          <a:effectLst/>
                          <a:latin typeface="Tw Cen MT" panose="020B0602020104020603" pitchFamily="34" charset="0"/>
                          <a:hlinkClick r:id="rId4"/>
                        </a:rPr>
                        <a:t>putc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 (</a:t>
                      </a:r>
                      <a:r>
                        <a:rPr lang="en-IN" sz="2400" err="1">
                          <a:effectLst/>
                          <a:latin typeface="Tw Cen MT" panose="020B0602020104020603" pitchFamily="34" charset="0"/>
                        </a:rPr>
                        <a:t>int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 c)</a:t>
                      </a:r>
                      <a:endParaRPr lang="en-IN" sz="2400" b="0">
                        <a:solidFill>
                          <a:srgbClr val="333333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47912" marR="57494" marT="5989" marB="28747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lnSpc>
                          <a:spcPct val="150000"/>
                        </a:lnSpc>
                      </a:pP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Write a character to the LCD.</a:t>
                      </a:r>
                      <a:endParaRPr lang="en-IN" sz="2400" b="0">
                        <a:solidFill>
                          <a:srgbClr val="333333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47912" marR="57494" marT="5989" marB="28747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76483"/>
                  </a:ext>
                </a:extLst>
              </a:tr>
              <a:tr h="207217">
                <a:tc>
                  <a:txBody>
                    <a:bodyPr/>
                    <a:lstStyle/>
                    <a:p>
                      <a:pPr algn="l" rtl="0" fontAlgn="t">
                        <a:lnSpc>
                          <a:spcPct val="150000"/>
                        </a:lnSpc>
                      </a:pPr>
                      <a:r>
                        <a:rPr lang="en-IN" sz="2400" u="none" strike="noStrike" err="1">
                          <a:effectLst/>
                          <a:latin typeface="Tw Cen MT" panose="020B0602020104020603" pitchFamily="34" charset="0"/>
                          <a:hlinkClick r:id="rId5"/>
                        </a:rPr>
                        <a:t>printf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 (</a:t>
                      </a:r>
                      <a:r>
                        <a:rPr lang="en-IN" sz="2400" err="1">
                          <a:effectLst/>
                          <a:latin typeface="Tw Cen MT" panose="020B0602020104020603" pitchFamily="34" charset="0"/>
                        </a:rPr>
                        <a:t>const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 char *format,...)</a:t>
                      </a:r>
                      <a:endParaRPr lang="en-IN" sz="2400" b="0">
                        <a:solidFill>
                          <a:srgbClr val="333333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47912" marR="57494" marT="5989" marB="28747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lnSpc>
                          <a:spcPct val="150000"/>
                        </a:lnSpc>
                      </a:pP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Write a </a:t>
                      </a:r>
                      <a:r>
                        <a:rPr lang="en-IN" sz="2400" err="1">
                          <a:effectLst/>
                          <a:latin typeface="Tw Cen MT" panose="020B0602020104020603" pitchFamily="34" charset="0"/>
                        </a:rPr>
                        <a:t>formated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 string to the LCD.</a:t>
                      </a:r>
                      <a:endParaRPr lang="en-IN" sz="2400" b="0">
                        <a:solidFill>
                          <a:srgbClr val="333333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47912" marR="57494" marT="5989" marB="28747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52211"/>
                  </a:ext>
                </a:extLst>
              </a:tr>
              <a:tr h="207217">
                <a:tc>
                  <a:txBody>
                    <a:bodyPr/>
                    <a:lstStyle/>
                    <a:p>
                      <a:pPr algn="l" rtl="0" fontAlgn="t">
                        <a:lnSpc>
                          <a:spcPct val="150000"/>
                        </a:lnSpc>
                      </a:pPr>
                      <a:r>
                        <a:rPr lang="en-IN" sz="2400" u="none" strike="noStrike">
                          <a:effectLst/>
                          <a:latin typeface="Tw Cen MT" panose="020B0602020104020603" pitchFamily="34" charset="0"/>
                          <a:hlinkClick r:id="rId6"/>
                        </a:rPr>
                        <a:t>locate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 (</a:t>
                      </a:r>
                      <a:r>
                        <a:rPr lang="en-IN" sz="2400" err="1">
                          <a:effectLst/>
                          <a:latin typeface="Tw Cen MT" panose="020B0602020104020603" pitchFamily="34" charset="0"/>
                        </a:rPr>
                        <a:t>int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 column, </a:t>
                      </a:r>
                      <a:r>
                        <a:rPr lang="en-IN" sz="2400" err="1">
                          <a:effectLst/>
                          <a:latin typeface="Tw Cen MT" panose="020B0602020104020603" pitchFamily="34" charset="0"/>
                        </a:rPr>
                        <a:t>int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 row)</a:t>
                      </a:r>
                      <a:endParaRPr lang="en-IN" sz="2400" b="0">
                        <a:solidFill>
                          <a:srgbClr val="333333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47912" marR="57494" marT="5989" marB="28747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lnSpc>
                          <a:spcPct val="150000"/>
                        </a:lnSpc>
                      </a:pP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Locate to a screen column and row.</a:t>
                      </a:r>
                      <a:endParaRPr lang="en-IN" sz="2400" b="0">
                        <a:solidFill>
                          <a:srgbClr val="333333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47912" marR="57494" marT="5989" marB="28747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271454"/>
                  </a:ext>
                </a:extLst>
              </a:tr>
              <a:tr h="207217">
                <a:tc>
                  <a:txBody>
                    <a:bodyPr/>
                    <a:lstStyle/>
                    <a:p>
                      <a:pPr algn="l" rtl="0" fontAlgn="t">
                        <a:lnSpc>
                          <a:spcPct val="150000"/>
                        </a:lnSpc>
                      </a:pPr>
                      <a:r>
                        <a:rPr lang="en-IN" sz="2400" u="none" strike="noStrike" err="1">
                          <a:effectLst/>
                          <a:latin typeface="Tw Cen MT" panose="020B0602020104020603" pitchFamily="34" charset="0"/>
                          <a:hlinkClick r:id="rId7"/>
                        </a:rPr>
                        <a:t>cls</a:t>
                      </a: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 ()</a:t>
                      </a:r>
                      <a:endParaRPr lang="en-IN" sz="2400" b="0">
                        <a:solidFill>
                          <a:srgbClr val="333333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47912" marR="57494" marT="5989" marB="28747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lnSpc>
                          <a:spcPct val="150000"/>
                        </a:lnSpc>
                      </a:pPr>
                      <a:r>
                        <a:rPr lang="en-IN" sz="2400">
                          <a:effectLst/>
                          <a:latin typeface="Tw Cen MT" panose="020B0602020104020603" pitchFamily="34" charset="0"/>
                        </a:rPr>
                        <a:t>Clear the screen and locate to 0,0.</a:t>
                      </a:r>
                      <a:endParaRPr lang="en-IN" sz="2400" b="0">
                        <a:solidFill>
                          <a:srgbClr val="555555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47912" marR="57494" marT="5989" marB="28747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15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535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Procedure to add </a:t>
            </a:r>
            <a:r>
              <a:rPr lang="en-US" sz="3600" b="1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TextLCD</a:t>
            </a:r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859" y="1185378"/>
            <a:ext cx="1174590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solidFill>
                  <a:schemeClr val="bg1"/>
                </a:solidFill>
                <a:latin typeface="Tw Cen MT" panose="020B0602020104020603" pitchFamily="34" charset="0"/>
              </a:rPr>
              <a:t>Method-1 for online compiler: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  <a:latin typeface="Tw Cen MT" panose="020B0602020104020603" pitchFamily="34" charset="0"/>
              </a:rPr>
              <a:t>Download LCD library from </a:t>
            </a:r>
            <a:r>
              <a:rPr lang="en-IN" sz="2000" u="sng">
                <a:solidFill>
                  <a:schemeClr val="bg1"/>
                </a:solidFill>
                <a:latin typeface="Tw Cen MT" panose="020B0602020104020603" pitchFamily="34" charset="0"/>
                <a:hlinkClick r:id="rId2"/>
              </a:rPr>
              <a:t>https://os.mbed.com/users/simon/code/TextLCD/</a:t>
            </a:r>
            <a:r>
              <a:rPr lang="en-IN" sz="2000">
                <a:solidFill>
                  <a:schemeClr val="bg1"/>
                </a:solidFill>
                <a:latin typeface="Tw Cen MT" panose="020B0602020104020603" pitchFamily="34" charset="0"/>
              </a:rPr>
              <a:t> as zip file and extract files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  <a:latin typeface="Tw Cen MT" panose="020B0602020104020603" pitchFamily="34" charset="0"/>
              </a:rPr>
              <a:t>Add “TextLCD.cpp” and “</a:t>
            </a:r>
            <a:r>
              <a:rPr lang="en-IN" sz="2000" err="1">
                <a:solidFill>
                  <a:schemeClr val="bg1"/>
                </a:solidFill>
                <a:latin typeface="Tw Cen MT" panose="020B0602020104020603" pitchFamily="34" charset="0"/>
              </a:rPr>
              <a:t>Text.h</a:t>
            </a:r>
            <a:r>
              <a:rPr lang="en-IN" sz="2000">
                <a:solidFill>
                  <a:schemeClr val="bg1"/>
                </a:solidFill>
                <a:latin typeface="Tw Cen MT" panose="020B0602020104020603" pitchFamily="34" charset="0"/>
              </a:rPr>
              <a:t>” files into project created in Keil studio by right clicking the project folder and select “upload files…” option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  <a:latin typeface="Tw Cen MT" panose="020B0602020104020603" pitchFamily="34" charset="0"/>
              </a:rPr>
              <a:t>Now Check whether “TextLCD.cpp” and “</a:t>
            </a:r>
            <a:r>
              <a:rPr lang="en-IN" sz="2000" err="1">
                <a:solidFill>
                  <a:schemeClr val="bg1"/>
                </a:solidFill>
                <a:latin typeface="Tw Cen MT" panose="020B0602020104020603" pitchFamily="34" charset="0"/>
              </a:rPr>
              <a:t>TextLCD.h</a:t>
            </a:r>
            <a:r>
              <a:rPr lang="en-IN" sz="2000">
                <a:solidFill>
                  <a:schemeClr val="bg1"/>
                </a:solidFill>
                <a:latin typeface="Tw Cen MT" panose="020B0602020104020603" pitchFamily="34" charset="0"/>
              </a:rPr>
              <a:t>” files included in your project folder or not</a:t>
            </a:r>
          </a:p>
          <a:p>
            <a:endParaRPr lang="en-IN" sz="2400" b="1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r>
              <a:rPr lang="en-IN" sz="2400" b="1">
                <a:solidFill>
                  <a:schemeClr val="bg1"/>
                </a:solidFill>
                <a:latin typeface="Tw Cen MT" panose="020B0602020104020603" pitchFamily="34" charset="0"/>
              </a:rPr>
              <a:t>Method-2 for offline compiler: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  <a:latin typeface="Tw Cen MT" panose="020B0602020104020603" pitchFamily="34" charset="0"/>
              </a:rPr>
              <a:t>In Keil studio, right clicking the project folder and select “Add Mbed Library…” option and provide the link </a:t>
            </a:r>
            <a:r>
              <a:rPr lang="en-IN" sz="2000" u="sng">
                <a:solidFill>
                  <a:schemeClr val="bg1"/>
                </a:solidFill>
                <a:latin typeface="Tw Cen MT" panose="020B0602020104020603" pitchFamily="34" charset="0"/>
                <a:hlinkClick r:id="rId2"/>
              </a:rPr>
              <a:t>https://os.mbed.com/users/simon/code/TextLCD/</a:t>
            </a:r>
            <a:r>
              <a:rPr lang="en-IN" sz="2000">
                <a:solidFill>
                  <a:schemeClr val="bg1"/>
                </a:solidFill>
                <a:latin typeface="Tw Cen MT" panose="020B0602020104020603" pitchFamily="34" charset="0"/>
              </a:rPr>
              <a:t> in URL field then click next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  <a:latin typeface="Tw Cen MT" panose="020B0602020104020603" pitchFamily="34" charset="0"/>
              </a:rPr>
              <a:t>In the net pop window select “default” under “Release, branch, or tag” field and click finish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  <a:latin typeface="Tw Cen MT" panose="020B0602020104020603" pitchFamily="34" charset="0"/>
              </a:rPr>
              <a:t>Now Check whether “TextLCD.cpp” and “</a:t>
            </a:r>
            <a:r>
              <a:rPr lang="en-IN" sz="2000" err="1">
                <a:solidFill>
                  <a:schemeClr val="bg1"/>
                </a:solidFill>
                <a:latin typeface="Tw Cen MT" panose="020B0602020104020603" pitchFamily="34" charset="0"/>
              </a:rPr>
              <a:t>TextLCD.h</a:t>
            </a:r>
            <a:r>
              <a:rPr lang="en-IN" sz="2000">
                <a:solidFill>
                  <a:schemeClr val="bg1"/>
                </a:solidFill>
                <a:latin typeface="Tw Cen MT" panose="020B0602020104020603" pitchFamily="34" charset="0"/>
              </a:rPr>
              <a:t>” files included in your project folder or not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7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- 5</a:t>
            </a:r>
          </a:p>
        </p:txBody>
      </p:sp>
    </p:spTree>
    <p:extLst>
      <p:ext uri="{BB962C8B-B14F-4D97-AF65-F5344CB8AC3E}">
        <p14:creationId xmlns:p14="http://schemas.microsoft.com/office/powerpoint/2010/main" val="26030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93" y="1137638"/>
            <a:ext cx="115922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Display Name and Register number on LCD</a:t>
            </a: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Write a program for 16x2 LCD to display your register number (ex: “20BEC1001”) at row-0 3</a:t>
            </a:r>
            <a:r>
              <a:rPr lang="en-IN" sz="2600" baseline="300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rd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position and your name (</a:t>
            </a:r>
            <a:r>
              <a:rPr lang="en-IN" sz="26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ex:“ABCDEFGH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”) at beginning of the row-1. Assume LCD operates in 4-bit with EN and RS active state. Design and verify this logic on Nucleo 152RE board using online Keil Studio platform.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8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- 5</a:t>
            </a:r>
          </a:p>
        </p:txBody>
      </p:sp>
    </p:spTree>
    <p:extLst>
      <p:ext uri="{BB962C8B-B14F-4D97-AF65-F5344CB8AC3E}">
        <p14:creationId xmlns:p14="http://schemas.microsoft.com/office/powerpoint/2010/main" val="70544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59" y="298625"/>
            <a:ext cx="4896842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899" y="1099897"/>
            <a:ext cx="3570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Program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9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8402" y="2399865"/>
            <a:ext cx="1824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Output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-688" t="3146" r="688" b="-3147"/>
          <a:stretch/>
        </p:blipFill>
        <p:spPr>
          <a:xfrm>
            <a:off x="471374" y="1988460"/>
            <a:ext cx="7468256" cy="31032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146" y="3942499"/>
            <a:ext cx="3854677" cy="269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00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1792" y="1119069"/>
            <a:ext cx="3570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Connection diagram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10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117" y="1180745"/>
            <a:ext cx="3474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Pin connections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677158"/>
              </p:ext>
            </p:extLst>
          </p:nvPr>
        </p:nvGraphicFramePr>
        <p:xfrm>
          <a:off x="383117" y="1792778"/>
          <a:ext cx="3454575" cy="469985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151525">
                  <a:extLst>
                    <a:ext uri="{9D8B030D-6E8A-4147-A177-3AD203B41FA5}">
                      <a16:colId xmlns:a16="http://schemas.microsoft.com/office/drawing/2014/main" val="2883350789"/>
                    </a:ext>
                  </a:extLst>
                </a:gridCol>
                <a:gridCol w="1151525">
                  <a:extLst>
                    <a:ext uri="{9D8B030D-6E8A-4147-A177-3AD203B41FA5}">
                      <a16:colId xmlns:a16="http://schemas.microsoft.com/office/drawing/2014/main" val="2901279857"/>
                    </a:ext>
                  </a:extLst>
                </a:gridCol>
                <a:gridCol w="1151525">
                  <a:extLst>
                    <a:ext uri="{9D8B030D-6E8A-4147-A177-3AD203B41FA5}">
                      <a16:colId xmlns:a16="http://schemas.microsoft.com/office/drawing/2014/main" val="3049534276"/>
                    </a:ext>
                  </a:extLst>
                </a:gridCol>
              </a:tblGrid>
              <a:tr h="243311">
                <a:tc>
                  <a:txBody>
                    <a:bodyPr/>
                    <a:lstStyle/>
                    <a:p>
                      <a:pPr algn="ctr" rtl="0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LCD Pin No.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LCD pin</a:t>
                      </a:r>
                      <a:r>
                        <a:rPr lang="en-IN" sz="1200" b="1" baseline="0">
                          <a:effectLst/>
                          <a:latin typeface="Tw Cen MT" panose="020B0602020104020603" pitchFamily="34" charset="0"/>
                        </a:rPr>
                        <a:t> Name 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Nucleo pins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67181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1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VSS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GND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029942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2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VCC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U5V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548073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3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VEE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Pot middle</a:t>
                      </a:r>
                      <a:r>
                        <a:rPr lang="en-IN" sz="1200" b="1" baseline="0">
                          <a:effectLst/>
                          <a:latin typeface="Tw Cen MT" panose="020B0602020104020603" pitchFamily="34" charset="0"/>
                        </a:rPr>
                        <a:t> pin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602747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4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RS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PC_0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101104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5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RW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GND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77843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6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E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PC_1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544717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7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D0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not connected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766082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8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D1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not connected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15629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9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D2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not connected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146035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10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D3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not connected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707545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11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D4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PB_0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846891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12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D5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PA_4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739830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13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D6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PA_1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168385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14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D7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PA_0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374202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15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LED+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U5V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493444"/>
                  </a:ext>
                </a:extLst>
              </a:tr>
              <a:tr h="2433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16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LED-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1">
                          <a:effectLst/>
                          <a:latin typeface="Tw Cen MT" panose="020B0602020104020603" pitchFamily="34" charset="0"/>
                        </a:rPr>
                        <a:t>GND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51989" marR="51989" marT="46791" marB="46791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66615"/>
                  </a:ext>
                </a:extLst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218319"/>
              </p:ext>
            </p:extLst>
          </p:nvPr>
        </p:nvGraphicFramePr>
        <p:xfrm>
          <a:off x="4368325" y="1979684"/>
          <a:ext cx="7667625" cy="452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667640" imgH="4524480" progId="PBrush">
                  <p:embed/>
                </p:oleObj>
              </mc:Choice>
              <mc:Fallback>
                <p:oleObj name="Bitmap Image" r:id="rId2" imgW="7667640" imgH="4524480" progId="PBrush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68325" y="1979684"/>
                        <a:ext cx="7667625" cy="4524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209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7" y="1059197"/>
            <a:ext cx="11592251" cy="33701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/>
                <a:cs typeface="Segoe UI"/>
              </a:rPr>
              <a:t>Read the input from Serial Window and display it in LCD</a:t>
            </a:r>
            <a:endParaRPr lang="en-IN" sz="2800" b="1">
              <a:solidFill>
                <a:srgbClr val="C00000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endParaRPr lang="en-IN" sz="10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600">
                <a:solidFill>
                  <a:schemeClr val="bg1"/>
                </a:solidFill>
                <a:latin typeface="Tw Cen MT"/>
                <a:cs typeface="Segoe UI"/>
              </a:rPr>
              <a:t>Write a program to accepts serial input character via </a:t>
            </a:r>
            <a:r>
              <a:rPr lang="en-IN" sz="2600" err="1">
                <a:solidFill>
                  <a:schemeClr val="bg1"/>
                </a:solidFill>
                <a:latin typeface="Tw Cen MT"/>
                <a:cs typeface="Segoe UI"/>
              </a:rPr>
              <a:t>Teraterm</a:t>
            </a:r>
            <a:r>
              <a:rPr lang="en-IN" sz="2600">
                <a:solidFill>
                  <a:schemeClr val="bg1"/>
                </a:solidFill>
                <a:latin typeface="Tw Cen MT"/>
                <a:cs typeface="Segoe UI"/>
              </a:rPr>
              <a:t> software from a host computer and displays it on the LCD. Assume LCD operates in 4-bit with EN and RS active state. Design and verify this logic on Nucleo-152RE board using online Keil Studio platform.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11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- 5</a:t>
            </a:r>
          </a:p>
        </p:txBody>
      </p:sp>
    </p:spTree>
    <p:extLst>
      <p:ext uri="{BB962C8B-B14F-4D97-AF65-F5344CB8AC3E}">
        <p14:creationId xmlns:p14="http://schemas.microsoft.com/office/powerpoint/2010/main" val="43647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899" y="1099897"/>
            <a:ext cx="3570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Program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12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8239" y="1004714"/>
            <a:ext cx="2297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Output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C06EF0-160D-E4D5-EA72-78627E2DD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021" y="1717922"/>
            <a:ext cx="6097464" cy="456035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58" y="2236683"/>
            <a:ext cx="5018188" cy="330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30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7" y="1059197"/>
            <a:ext cx="11592251" cy="3305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Display a POT  value on the LCD </a:t>
            </a: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endParaRPr lang="en-IN" sz="10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Write a program to display the potentiometer value with 4 decimal places on the LCD display on row-1 5</a:t>
            </a:r>
            <a:r>
              <a:rPr lang="en-IN" sz="2600" baseline="300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position. Assume LCD operates in 4 bit with EN and RS active state. Design and verify this logic on </a:t>
            </a:r>
            <a:r>
              <a:rPr lang="en-IN" sz="26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Nucleo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152RE board using online Keil Studio Platform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13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- 5</a:t>
            </a:r>
          </a:p>
        </p:txBody>
      </p:sp>
    </p:spTree>
    <p:extLst>
      <p:ext uri="{BB962C8B-B14F-4D97-AF65-F5344CB8AC3E}">
        <p14:creationId xmlns:p14="http://schemas.microsoft.com/office/powerpoint/2010/main" val="263553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036121" y="269458"/>
            <a:ext cx="10107384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3993" y="1161212"/>
            <a:ext cx="4711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Program to display POT Value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14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ECE4003-Embedded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- 5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361" y="1720859"/>
            <a:ext cx="6496903" cy="450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2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500764" y="2396840"/>
            <a:ext cx="7419095" cy="1143000"/>
          </a:xfrm>
          <a:solidFill>
            <a:srgbClr val="00B0F0"/>
          </a:solidFill>
          <a:effectLst>
            <a:glow rad="101600">
              <a:schemeClr val="accent3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  <a:reflection blurRad="6350" stA="50000" endA="295" endPos="92000" dist="101600" dir="5400000" sy="-100000" algn="bl" rotWithShape="0"/>
          </a:effectLst>
          <a:scene3d>
            <a:camera prst="perspectiveContrastingRightFacing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6000" b="1">
                <a:solidFill>
                  <a:schemeClr val="bg1"/>
                </a:solidFill>
                <a:latin typeface="Forte" pitchFamily="66" charset="0"/>
              </a:rPr>
              <a:t>THANK   YOU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 rot="-1379407">
            <a:off x="9132744" y="4466435"/>
            <a:ext cx="2632075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5400" b="1">
                <a:solidFill>
                  <a:srgbClr val="C00000"/>
                </a:solidFill>
                <a:latin typeface="Blackadder ITC" pitchFamily="82" charset="0"/>
              </a:rPr>
              <a:t>by</a:t>
            </a:r>
          </a:p>
          <a:p>
            <a:pPr algn="ctr"/>
            <a:r>
              <a:rPr lang="en-US" sz="5400" b="1">
                <a:solidFill>
                  <a:srgbClr val="C00000"/>
                </a:solidFill>
                <a:latin typeface="Blackadder ITC" pitchFamily="82" charset="0"/>
              </a:rPr>
              <a:t> prakash  v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762000"/>
            <a:ext cx="7848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Content Placeholder 4" descr="butterflybluex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23401" y="5170340"/>
            <a:ext cx="2152650" cy="1590675"/>
          </a:xfrm>
        </p:spPr>
      </p:pic>
    </p:spTree>
    <p:extLst>
      <p:ext uri="{BB962C8B-B14F-4D97-AF65-F5344CB8AC3E}">
        <p14:creationId xmlns:p14="http://schemas.microsoft.com/office/powerpoint/2010/main" val="233871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15 0.03796 C 0.07422 0.04398 0.21172 0.05046 0.2332 -0.03033 C 0.25456 -0.11111 0.05703 -0.33172 0.06563 -0.44653 C 0.075 -0.56135 0.17487 -0.68797 0.28724 -0.71968 C 0.4013 -0.75139 0.69622 -0.68241 0.74531 -0.63681 C 0.7944 -0.59121 0.61016 -0.47824 0.58307 -0.44653 " pathEditMode="relative" rAng="0" ptsTypes="aaaaaA">
                                      <p:cBhvr>
                                        <p:cTn id="18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900" y="-38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30828B62F68548B536606B169F73C7" ma:contentTypeVersion="4" ma:contentTypeDescription="Create a new document." ma:contentTypeScope="" ma:versionID="e81a1a7dd6fade02954d078aa3427748">
  <xsd:schema xmlns:xsd="http://www.w3.org/2001/XMLSchema" xmlns:xs="http://www.w3.org/2001/XMLSchema" xmlns:p="http://schemas.microsoft.com/office/2006/metadata/properties" xmlns:ns2="f8b3528e-c29d-4111-b526-c93a7a094c4f" targetNamespace="http://schemas.microsoft.com/office/2006/metadata/properties" ma:root="true" ma:fieldsID="09227fdc07b02cec8d2dcb19b26e5d97" ns2:_="">
    <xsd:import namespace="f8b3528e-c29d-4111-b526-c93a7a094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b3528e-c29d-4111-b526-c93a7a094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1534D1-8CEC-4FC7-989D-A559773295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5E2C74-E115-40FF-A873-4218AFE4D9E6}">
  <ds:schemaRefs>
    <ds:schemaRef ds:uri="f8b3528e-c29d-4111-b526-c93a7a094c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Prakash V</dc:creator>
  <cp:revision>1</cp:revision>
  <dcterms:modified xsi:type="dcterms:W3CDTF">2024-09-25T09:02:35Z</dcterms:modified>
</cp:coreProperties>
</file>